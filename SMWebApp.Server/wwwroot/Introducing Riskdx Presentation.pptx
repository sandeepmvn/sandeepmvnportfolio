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05" r:id="rId4"/>
    <p:sldMasterId id="2147484039" r:id="rId5"/>
  </p:sldMasterIdLst>
  <p:notesMasterIdLst>
    <p:notesMasterId r:id="rId15"/>
  </p:notesMasterIdLst>
  <p:handoutMasterIdLst>
    <p:handoutMasterId r:id="rId16"/>
  </p:handoutMasterIdLst>
  <p:sldIdLst>
    <p:sldId id="2204" r:id="rId6"/>
    <p:sldId id="2214" r:id="rId7"/>
    <p:sldId id="2206" r:id="rId8"/>
    <p:sldId id="2147" r:id="rId9"/>
    <p:sldId id="2173" r:id="rId10"/>
    <p:sldId id="2208" r:id="rId11"/>
    <p:sldId id="2211" r:id="rId12"/>
    <p:sldId id="2212" r:id="rId13"/>
    <p:sldId id="2213" r:id="rId14"/>
  </p:sldIdLst>
  <p:sldSz cx="12192000" cy="6858000"/>
  <p:notesSz cx="6858000" cy="9144000"/>
  <p:defaultTextStyle>
    <a:defPPr>
      <a:defRPr lang="en-US"/>
    </a:defPPr>
    <a:lvl1pPr marL="0" algn="l" defTabSz="914330" rtl="0" eaLnBrk="1" latinLnBrk="0" hangingPunct="1">
      <a:defRPr sz="1800" kern="1200">
        <a:solidFill>
          <a:schemeClr val="tx1"/>
        </a:solidFill>
        <a:latin typeface="+mn-lt"/>
        <a:ea typeface="+mn-ea"/>
        <a:cs typeface="+mn-cs"/>
      </a:defRPr>
    </a:lvl1pPr>
    <a:lvl2pPr marL="457165" algn="l" defTabSz="914330" rtl="0" eaLnBrk="1" latinLnBrk="0" hangingPunct="1">
      <a:defRPr sz="1800" kern="1200">
        <a:solidFill>
          <a:schemeClr val="tx1"/>
        </a:solidFill>
        <a:latin typeface="+mn-lt"/>
        <a:ea typeface="+mn-ea"/>
        <a:cs typeface="+mn-cs"/>
      </a:defRPr>
    </a:lvl2pPr>
    <a:lvl3pPr marL="914330" algn="l" defTabSz="914330" rtl="0" eaLnBrk="1" latinLnBrk="0" hangingPunct="1">
      <a:defRPr sz="1800" kern="1200">
        <a:solidFill>
          <a:schemeClr val="tx1"/>
        </a:solidFill>
        <a:latin typeface="+mn-lt"/>
        <a:ea typeface="+mn-ea"/>
        <a:cs typeface="+mn-cs"/>
      </a:defRPr>
    </a:lvl3pPr>
    <a:lvl4pPr marL="1371495" algn="l" defTabSz="914330" rtl="0" eaLnBrk="1" latinLnBrk="0" hangingPunct="1">
      <a:defRPr sz="1800" kern="1200">
        <a:solidFill>
          <a:schemeClr val="tx1"/>
        </a:solidFill>
        <a:latin typeface="+mn-lt"/>
        <a:ea typeface="+mn-ea"/>
        <a:cs typeface="+mn-cs"/>
      </a:defRPr>
    </a:lvl4pPr>
    <a:lvl5pPr marL="1828660" algn="l" defTabSz="914330" rtl="0" eaLnBrk="1" latinLnBrk="0" hangingPunct="1">
      <a:defRPr sz="1800" kern="1200">
        <a:solidFill>
          <a:schemeClr val="tx1"/>
        </a:solidFill>
        <a:latin typeface="+mn-lt"/>
        <a:ea typeface="+mn-ea"/>
        <a:cs typeface="+mn-cs"/>
      </a:defRPr>
    </a:lvl5pPr>
    <a:lvl6pPr marL="2285825" algn="l" defTabSz="914330" rtl="0" eaLnBrk="1" latinLnBrk="0" hangingPunct="1">
      <a:defRPr sz="1800" kern="1200">
        <a:solidFill>
          <a:schemeClr val="tx1"/>
        </a:solidFill>
        <a:latin typeface="+mn-lt"/>
        <a:ea typeface="+mn-ea"/>
        <a:cs typeface="+mn-cs"/>
      </a:defRPr>
    </a:lvl6pPr>
    <a:lvl7pPr marL="2742990" algn="l" defTabSz="914330" rtl="0" eaLnBrk="1" latinLnBrk="0" hangingPunct="1">
      <a:defRPr sz="1800" kern="1200">
        <a:solidFill>
          <a:schemeClr val="tx1"/>
        </a:solidFill>
        <a:latin typeface="+mn-lt"/>
        <a:ea typeface="+mn-ea"/>
        <a:cs typeface="+mn-cs"/>
      </a:defRPr>
    </a:lvl7pPr>
    <a:lvl8pPr marL="3200155" algn="l" defTabSz="914330" rtl="0" eaLnBrk="1" latinLnBrk="0" hangingPunct="1">
      <a:defRPr sz="1800" kern="1200">
        <a:solidFill>
          <a:schemeClr val="tx1"/>
        </a:solidFill>
        <a:latin typeface="+mn-lt"/>
        <a:ea typeface="+mn-ea"/>
        <a:cs typeface="+mn-cs"/>
      </a:defRPr>
    </a:lvl8pPr>
    <a:lvl9pPr marL="3657320" algn="l" defTabSz="91433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168" userDrawn="1">
          <p15:clr>
            <a:srgbClr val="A4A3A4"/>
          </p15:clr>
        </p15:guide>
        <p15:guide id="2" pos="7512" userDrawn="1">
          <p15:clr>
            <a:srgbClr val="A4A3A4"/>
          </p15:clr>
        </p15:guide>
        <p15:guide id="3" orient="horz" pos="2160">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1A2744"/>
    <a:srgbClr val="C8964A"/>
    <a:srgbClr val="F26B39"/>
    <a:srgbClr val="204C8E"/>
    <a:srgbClr val="FFFFFF"/>
    <a:srgbClr val="F26C3A"/>
    <a:srgbClr val="FFA44D"/>
    <a:srgbClr val="FFA44F"/>
    <a:srgbClr val="D6D6D6"/>
    <a:srgbClr val="EEEEE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208" autoAdjust="0"/>
    <p:restoredTop sz="84047" autoAdjust="0"/>
  </p:normalViewPr>
  <p:slideViewPr>
    <p:cSldViewPr snapToGrid="0" snapToObjects="1">
      <p:cViewPr varScale="1">
        <p:scale>
          <a:sx n="53" d="100"/>
          <a:sy n="53" d="100"/>
        </p:scale>
        <p:origin x="1092" y="40"/>
      </p:cViewPr>
      <p:guideLst>
        <p:guide pos="168"/>
        <p:guide pos="7512"/>
        <p:guide orient="horz" pos="2160"/>
      </p:guideLst>
    </p:cSldViewPr>
  </p:slideViewPr>
  <p:notesTextViewPr>
    <p:cViewPr>
      <p:scale>
        <a:sx n="1" d="1"/>
        <a:sy n="1" d="1"/>
      </p:scale>
      <p:origin x="0" y="0"/>
    </p:cViewPr>
  </p:notesTextViewPr>
  <p:sorterViewPr>
    <p:cViewPr>
      <p:scale>
        <a:sx n="66" d="100"/>
        <a:sy n="66" d="100"/>
      </p:scale>
      <p:origin x="0" y="0"/>
    </p:cViewPr>
  </p:sorterViewPr>
  <p:notesViewPr>
    <p:cSldViewPr snapToGrid="0" snapToObjects="1" showGuides="1">
      <p:cViewPr varScale="1">
        <p:scale>
          <a:sx n="195" d="100"/>
          <a:sy n="195" d="100"/>
        </p:scale>
        <p:origin x="4096" y="20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740EBAF-D955-C443-AB02-2BCBC7797572}" type="datetimeFigureOut">
              <a:rPr lang="en-US" smtClean="0"/>
              <a:t>4/29/2026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9E1DC8B-0A09-DC4E-ABCE-FAAA12F0302B}" type="slidenum">
              <a:rPr lang="en-US" smtClean="0"/>
              <a:t>‹#›</a:t>
            </a:fld>
            <a:endParaRPr lang="en-US"/>
          </a:p>
        </p:txBody>
      </p:sp>
    </p:spTree>
    <p:extLst>
      <p:ext uri="{BB962C8B-B14F-4D97-AF65-F5344CB8AC3E}">
        <p14:creationId xmlns:p14="http://schemas.microsoft.com/office/powerpoint/2010/main" val="20685749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19270"/>
            <a:ext cx="2971800" cy="339518"/>
          </a:xfrm>
          <a:prstGeom prst="rect">
            <a:avLst/>
          </a:prstGeom>
        </p:spPr>
        <p:txBody>
          <a:bodyPr vert="horz" lIns="91440" tIns="45720" rIns="91440" bIns="45720" rtlCol="0"/>
          <a:lstStyle>
            <a:lvl1pPr algn="l">
              <a:defRPr sz="1200" b="0" i="0">
                <a:latin typeface="GT Walsheim Pro" pitchFamily="2" charset="77"/>
              </a:defRPr>
            </a:lvl1pPr>
          </a:lstStyle>
          <a:p>
            <a:endParaRPr lang="en-US" dirty="0"/>
          </a:p>
        </p:txBody>
      </p:sp>
      <p:sp>
        <p:nvSpPr>
          <p:cNvPr id="4" name="Slide Image Placeholder 3"/>
          <p:cNvSpPr>
            <a:spLocks noGrp="1" noRot="1" noChangeAspect="1"/>
          </p:cNvSpPr>
          <p:nvPr>
            <p:ph type="sldImg" idx="2"/>
          </p:nvPr>
        </p:nvSpPr>
        <p:spPr>
          <a:xfrm>
            <a:off x="685800" y="1143000"/>
            <a:ext cx="3097696" cy="1742454"/>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3200399"/>
            <a:ext cx="5486400" cy="5068957"/>
          </a:xfrm>
          <a:prstGeom prst="rect">
            <a:avLst/>
          </a:prstGeom>
        </p:spPr>
        <p:txBody>
          <a:bodyPr vert="horz" lIns="91440" tIns="45720" rIns="91440" bIns="45720" rtlCol="0"/>
          <a:lstStyle/>
          <a:p>
            <a:pPr lvl="0"/>
            <a:r>
              <a:rPr lang="en-US" dirty="0"/>
              <a:t>Click to edit Master text styles</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fld id="{CA98F4AD-C16C-6848-ACA5-6694E4000AC6}" type="datetime3">
              <a:rPr lang="en-CA" smtClean="0"/>
              <a:pPr/>
              <a:t>29 April 2026</a:t>
            </a:fld>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896355-3DDC-9949-861F-AD0908BFCC23}" type="slidenum">
              <a:rPr lang="en-US" smtClean="0"/>
              <a:t>‹#›</a:t>
            </a:fld>
            <a:endParaRPr lang="en-US"/>
          </a:p>
        </p:txBody>
      </p:sp>
    </p:spTree>
    <p:extLst>
      <p:ext uri="{BB962C8B-B14F-4D97-AF65-F5344CB8AC3E}">
        <p14:creationId xmlns:p14="http://schemas.microsoft.com/office/powerpoint/2010/main" val="209977675"/>
      </p:ext>
    </p:extLst>
  </p:cSld>
  <p:clrMap bg1="lt1" tx1="dk1" bg2="lt2" tx2="dk2" accent1="accent1" accent2="accent2" accent3="accent3" accent4="accent4" accent5="accent5" accent6="accent6" hlink="hlink" folHlink="folHlink"/>
  <p:notesStyle>
    <a:lvl1pPr marL="0" algn="l" defTabSz="914400" rtl="0" eaLnBrk="1" latinLnBrk="0" hangingPunct="1">
      <a:defRPr sz="1100" b="0" i="0" kern="1200">
        <a:solidFill>
          <a:schemeClr val="tx1"/>
        </a:solidFill>
        <a:latin typeface="GT Walsheim Pro" pitchFamily="2" charset="77"/>
        <a:ea typeface="+mn-ea"/>
        <a:cs typeface="+mn-cs"/>
      </a:defRPr>
    </a:lvl1pPr>
    <a:lvl2pPr marL="457200" algn="l" defTabSz="914400" rtl="0" eaLnBrk="1" latinLnBrk="0" hangingPunct="1">
      <a:defRPr sz="1100" b="0" i="0" kern="1200">
        <a:solidFill>
          <a:schemeClr val="tx1"/>
        </a:solidFill>
        <a:latin typeface="GT Walsheim Pro" pitchFamily="2" charset="77"/>
        <a:ea typeface="+mn-ea"/>
        <a:cs typeface="+mn-cs"/>
      </a:defRPr>
    </a:lvl2pPr>
    <a:lvl3pPr marL="914400" algn="l" defTabSz="914400" rtl="0" eaLnBrk="1" latinLnBrk="0" hangingPunct="1">
      <a:defRPr sz="1100" b="0" i="0" kern="1200">
        <a:solidFill>
          <a:schemeClr val="tx1"/>
        </a:solidFill>
        <a:latin typeface="GT Walsheim Pro" pitchFamily="2" charset="77"/>
        <a:ea typeface="+mn-ea"/>
        <a:cs typeface="+mn-cs"/>
      </a:defRPr>
    </a:lvl3pPr>
    <a:lvl4pPr marL="1371600" algn="l" defTabSz="914400" rtl="0" eaLnBrk="1" latinLnBrk="0" hangingPunct="1">
      <a:defRPr sz="1100" b="0" i="0" kern="1200">
        <a:solidFill>
          <a:schemeClr val="tx1"/>
        </a:solidFill>
        <a:latin typeface="GT Walsheim Pro" pitchFamily="2" charset="77"/>
        <a:ea typeface="+mn-ea"/>
        <a:cs typeface="+mn-cs"/>
      </a:defRPr>
    </a:lvl4pPr>
    <a:lvl5pPr marL="1828800" algn="l" defTabSz="914400" rtl="0" eaLnBrk="1" latinLnBrk="0" hangingPunct="1">
      <a:defRPr sz="1100" b="0" i="0" kern="1200">
        <a:solidFill>
          <a:schemeClr val="tx1"/>
        </a:solidFill>
        <a:latin typeface="GT Walsheim Pro" pitchFamily="2" charset="77"/>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3097213" cy="1743075"/>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rgbClr val="204C8E"/>
                </a:solidFill>
                <a:latin typeface="GT Walsheim Pro" pitchFamily="2" charset="77"/>
                <a:ea typeface="Roboto Slab" pitchFamily="34" charset="-122"/>
                <a:cs typeface="Roboto Slab" pitchFamily="34" charset="-120"/>
              </a:rPr>
              <a:t>Welcome</a:t>
            </a:r>
            <a:endParaRPr lang="en-US" sz="1100" dirty="0">
              <a:latin typeface="GT Walsheim Pro" pitchFamily="2" charset="77"/>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3097213" cy="174307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7D2D4-178E-AB31-9086-32C13C9E47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115E25-6AB2-DED9-5EF1-1C22510BA5CB}"/>
              </a:ext>
            </a:extLst>
          </p:cNvPr>
          <p:cNvSpPr>
            <a:spLocks noGrp="1" noRot="1" noChangeAspect="1"/>
          </p:cNvSpPr>
          <p:nvPr>
            <p:ph type="sldImg"/>
          </p:nvPr>
        </p:nvSpPr>
        <p:spPr>
          <a:xfrm>
            <a:off x="685800" y="1143000"/>
            <a:ext cx="3097213" cy="1743075"/>
          </a:xfrm>
        </p:spPr>
      </p:sp>
      <p:sp>
        <p:nvSpPr>
          <p:cNvPr id="3" name="Notes Placeholder 2">
            <a:extLst>
              <a:ext uri="{FF2B5EF4-FFF2-40B4-BE49-F238E27FC236}">
                <a16:creationId xmlns:a16="http://schemas.microsoft.com/office/drawing/2014/main" id="{BA61890B-40E9-E062-E113-6D4995468E2C}"/>
              </a:ext>
            </a:extLst>
          </p:cNvPr>
          <p:cNvSpPr>
            <a:spLocks noGrp="1"/>
          </p:cNvSpPr>
          <p:nvPr>
            <p:ph type="body" idx="1"/>
          </p:nvPr>
        </p:nvSpPr>
        <p:spPr/>
        <p:txBody>
          <a:bodyPr/>
          <a:lstStyle/>
          <a:p>
            <a:r>
              <a:rPr lang="en-US" dirty="0"/>
              <a:t>We all know the traditional sales process is slow and inefficient.</a:t>
            </a:r>
          </a:p>
        </p:txBody>
      </p:sp>
      <p:sp>
        <p:nvSpPr>
          <p:cNvPr id="4" name="Slide Number Placeholder 3">
            <a:extLst>
              <a:ext uri="{FF2B5EF4-FFF2-40B4-BE49-F238E27FC236}">
                <a16:creationId xmlns:a16="http://schemas.microsoft.com/office/drawing/2014/main" id="{D9C425E9-8C96-26FB-E320-7AA0D9326113}"/>
              </a:ext>
            </a:extLst>
          </p:cNvPr>
          <p:cNvSpPr>
            <a:spLocks noGrp="1"/>
          </p:cNvSpPr>
          <p:nvPr>
            <p:ph type="sldNum" sz="quarter" idx="5"/>
          </p:nvPr>
        </p:nvSpPr>
        <p:spPr/>
        <p:txBody>
          <a:bodyPr/>
          <a:lstStyle/>
          <a:p>
            <a:fld id="{8C896355-3DDC-9949-861F-AD0908BFCC23}" type="slidenum">
              <a:rPr lang="en-US" smtClean="0"/>
              <a:t>4</a:t>
            </a:fld>
            <a:endParaRPr lang="en-US"/>
          </a:p>
        </p:txBody>
      </p:sp>
    </p:spTree>
    <p:extLst>
      <p:ext uri="{BB962C8B-B14F-4D97-AF65-F5344CB8AC3E}">
        <p14:creationId xmlns:p14="http://schemas.microsoft.com/office/powerpoint/2010/main" val="36353488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63F57-20C8-1619-F438-7959ADF475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6F9D33-D7A4-5EB8-03BB-C91AA333366E}"/>
              </a:ext>
            </a:extLst>
          </p:cNvPr>
          <p:cNvSpPr>
            <a:spLocks noGrp="1" noRot="1" noChangeAspect="1"/>
          </p:cNvSpPr>
          <p:nvPr>
            <p:ph type="sldImg"/>
          </p:nvPr>
        </p:nvSpPr>
        <p:spPr>
          <a:xfrm>
            <a:off x="685800" y="1143000"/>
            <a:ext cx="3097213" cy="1743075"/>
          </a:xfrm>
        </p:spPr>
      </p:sp>
      <p:sp>
        <p:nvSpPr>
          <p:cNvPr id="3" name="Notes Placeholder 2">
            <a:extLst>
              <a:ext uri="{FF2B5EF4-FFF2-40B4-BE49-F238E27FC236}">
                <a16:creationId xmlns:a16="http://schemas.microsoft.com/office/drawing/2014/main" id="{1FFFD40C-B7AE-E3E6-1CDF-2771D113316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100" b="0" i="0" u="none" strike="noStrike" kern="1200" cap="none" spc="0" normalizeH="0" baseline="0" noProof="0" dirty="0">
                <a:ln>
                  <a:noFill/>
                </a:ln>
                <a:solidFill>
                  <a:srgbClr val="000000"/>
                </a:solidFill>
                <a:effectLst/>
                <a:uLnTx/>
                <a:uFillTx/>
                <a:latin typeface="GT Walsheim Pro Light"/>
                <a:sym typeface="GT Walsheim Pro Light"/>
              </a:rPr>
              <a:t>Digital process should not</a:t>
            </a:r>
            <a:r>
              <a:rPr kumimoji="0" lang="en-CA" sz="1100" b="0" i="0" u="none" strike="noStrike" kern="1200" cap="none" spc="0" normalizeH="0" noProof="0" dirty="0">
                <a:ln>
                  <a:noFill/>
                </a:ln>
                <a:solidFill>
                  <a:srgbClr val="000000"/>
                </a:solidFill>
                <a:effectLst/>
                <a:uLnTx/>
                <a:uFillTx/>
                <a:latin typeface="GT Walsheim Pro Light"/>
                <a:sym typeface="GT Walsheim Pro Light"/>
              </a:rPr>
              <a:t> be simply replacing paper processes with electronic apps. Amoré is simple and predictable.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100" b="0" i="0" u="none" strike="noStrike" kern="1200" cap="none" spc="0" normalizeH="0" baseline="0" noProof="0" dirty="0">
                <a:ln>
                  <a:noFill/>
                </a:ln>
                <a:solidFill>
                  <a:srgbClr val="000000"/>
                </a:solidFill>
                <a:effectLst/>
                <a:uLnTx/>
                <a:uFillTx/>
                <a:latin typeface="GT Walsheim Pro Light"/>
                <a:sym typeface="GT Walsheim Pro Light"/>
              </a:rPr>
              <a:t>The process can start with a quote, needs analysis or go straight in and test eligibility.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100" b="0" i="0" u="none" strike="noStrike" kern="1200" cap="none" spc="0" normalizeH="0" baseline="0" noProof="0" dirty="0">
                <a:ln>
                  <a:noFill/>
                </a:ln>
                <a:solidFill>
                  <a:srgbClr val="000000"/>
                </a:solidFill>
                <a:effectLst/>
                <a:uLnTx/>
                <a:uFillTx/>
                <a:latin typeface="GT Walsheim Pro Light"/>
                <a:sym typeface="GT Walsheim Pro Light"/>
              </a:rPr>
              <a:t>Then the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100" b="0" i="0" u="none" strike="noStrike" kern="1200" cap="none" spc="0" normalizeH="0" baseline="0" noProof="0" dirty="0" err="1">
                <a:ln>
                  <a:noFill/>
                </a:ln>
                <a:solidFill>
                  <a:srgbClr val="000000"/>
                </a:solidFill>
                <a:effectLst/>
                <a:uLnTx/>
                <a:uFillTx/>
                <a:latin typeface="GT Walsheim Pro Light"/>
                <a:sym typeface="GT Walsheim Pro Light"/>
              </a:rPr>
              <a:t>Riskdx</a:t>
            </a:r>
            <a:r>
              <a:rPr kumimoji="0" lang="en-CA" sz="1100" b="0" i="0" u="none" strike="noStrike" kern="1200" cap="none" spc="0" normalizeH="0" baseline="0" noProof="0" dirty="0">
                <a:ln>
                  <a:noFill/>
                </a:ln>
                <a:solidFill>
                  <a:srgbClr val="000000"/>
                </a:solidFill>
                <a:effectLst/>
                <a:uLnTx/>
                <a:uFillTx/>
                <a:latin typeface="GT Walsheim Pro Light"/>
                <a:sym typeface="GT Walsheim Pro Light"/>
              </a:rPr>
              <a:t> returns an offer</a:t>
            </a:r>
          </a:p>
          <a:p>
            <a:endParaRPr lang="en-US" dirty="0"/>
          </a:p>
        </p:txBody>
      </p:sp>
      <p:sp>
        <p:nvSpPr>
          <p:cNvPr id="4" name="Slide Number Placeholder 3">
            <a:extLst>
              <a:ext uri="{FF2B5EF4-FFF2-40B4-BE49-F238E27FC236}">
                <a16:creationId xmlns:a16="http://schemas.microsoft.com/office/drawing/2014/main" id="{73170E56-4FDD-4013-5CDB-0B68734147E2}"/>
              </a:ext>
            </a:extLst>
          </p:cNvPr>
          <p:cNvSpPr>
            <a:spLocks noGrp="1"/>
          </p:cNvSpPr>
          <p:nvPr>
            <p:ph type="sldNum" sz="quarter" idx="5"/>
          </p:nvPr>
        </p:nvSpPr>
        <p:spPr/>
        <p:txBody>
          <a:bodyPr/>
          <a:lstStyle/>
          <a:p>
            <a:fld id="{8C896355-3DDC-9949-861F-AD0908BFCC23}" type="slidenum">
              <a:rPr lang="en-US" smtClean="0"/>
              <a:t>5</a:t>
            </a:fld>
            <a:endParaRPr lang="en-US"/>
          </a:p>
        </p:txBody>
      </p:sp>
    </p:spTree>
    <p:extLst>
      <p:ext uri="{BB962C8B-B14F-4D97-AF65-F5344CB8AC3E}">
        <p14:creationId xmlns:p14="http://schemas.microsoft.com/office/powerpoint/2010/main" val="37300339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3097213" cy="174307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21A3B0F6-683B-654C-A4AF-21DFD04C221F}"/>
              </a:ext>
            </a:extLst>
          </p:cNvPr>
          <p:cNvGrpSpPr/>
          <p:nvPr userDrawn="1"/>
        </p:nvGrpSpPr>
        <p:grpSpPr>
          <a:xfrm>
            <a:off x="7583587" y="0"/>
            <a:ext cx="4623362" cy="6858000"/>
            <a:chOff x="7583587" y="0"/>
            <a:chExt cx="4623362" cy="6858000"/>
          </a:xfrm>
        </p:grpSpPr>
        <p:sp>
          <p:nvSpPr>
            <p:cNvPr id="6" name="Rectangle 5">
              <a:extLst>
                <a:ext uri="{FF2B5EF4-FFF2-40B4-BE49-F238E27FC236}">
                  <a16:creationId xmlns:a16="http://schemas.microsoft.com/office/drawing/2014/main" id="{AC417B20-A9D5-D943-A802-16F2F419CE96}"/>
                </a:ext>
              </a:extLst>
            </p:cNvPr>
            <p:cNvSpPr/>
            <p:nvPr/>
          </p:nvSpPr>
          <p:spPr>
            <a:xfrm>
              <a:off x="7598535" y="0"/>
              <a:ext cx="4593465" cy="3429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8934DC0-695F-4A41-ABE7-4BD8F4F8A560}"/>
                </a:ext>
              </a:extLst>
            </p:cNvPr>
            <p:cNvSpPr/>
            <p:nvPr/>
          </p:nvSpPr>
          <p:spPr>
            <a:xfrm>
              <a:off x="7613484" y="3429000"/>
              <a:ext cx="4593465" cy="3429000"/>
            </a:xfrm>
            <a:prstGeom prst="rect">
              <a:avLst/>
            </a:prstGeom>
            <a:solidFill>
              <a:srgbClr val="D6D6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a:extLst>
                <a:ext uri="{FF2B5EF4-FFF2-40B4-BE49-F238E27FC236}">
                  <a16:creationId xmlns:a16="http://schemas.microsoft.com/office/drawing/2014/main" id="{F33DF488-0CCC-A449-8224-9B2D7CBE2E7D}"/>
                </a:ext>
              </a:extLst>
            </p:cNvPr>
            <p:cNvSpPr/>
            <p:nvPr/>
          </p:nvSpPr>
          <p:spPr>
            <a:xfrm>
              <a:off x="7583587" y="3429000"/>
              <a:ext cx="4593465" cy="3429000"/>
            </a:xfrm>
            <a:prstGeom prst="rtTriangle">
              <a:avLst/>
            </a:prstGeom>
            <a:solidFill>
              <a:srgbClr val="0454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8">
              <a:extLst>
                <a:ext uri="{FF2B5EF4-FFF2-40B4-BE49-F238E27FC236}">
                  <a16:creationId xmlns:a16="http://schemas.microsoft.com/office/drawing/2014/main" id="{FCE24498-1671-3248-8EC2-B6616AFFAB00}"/>
                </a:ext>
              </a:extLst>
            </p:cNvPr>
            <p:cNvSpPr/>
            <p:nvPr/>
          </p:nvSpPr>
          <p:spPr>
            <a:xfrm>
              <a:off x="7613484" y="0"/>
              <a:ext cx="4563568" cy="2281785"/>
            </a:xfrm>
            <a:custGeom>
              <a:avLst/>
              <a:gdLst>
                <a:gd name="connsiteX0" fmla="*/ 0 w 4563568"/>
                <a:gd name="connsiteY0" fmla="*/ 0 h 2281785"/>
                <a:gd name="connsiteX1" fmla="*/ 4563568 w 4563568"/>
                <a:gd name="connsiteY1" fmla="*/ 0 h 2281785"/>
                <a:gd name="connsiteX2" fmla="*/ 4563568 w 4563568"/>
                <a:gd name="connsiteY2" fmla="*/ 1 h 2281785"/>
                <a:gd name="connsiteX3" fmla="*/ 2281784 w 4563568"/>
                <a:gd name="connsiteY3" fmla="*/ 2281785 h 2281785"/>
                <a:gd name="connsiteX4" fmla="*/ 0 w 4563568"/>
                <a:gd name="connsiteY4" fmla="*/ 1 h 2281785"/>
                <a:gd name="connsiteX5" fmla="*/ 0 w 4563568"/>
                <a:gd name="connsiteY5" fmla="*/ 0 h 2281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63568" h="2281785">
                  <a:moveTo>
                    <a:pt x="0" y="0"/>
                  </a:moveTo>
                  <a:lnTo>
                    <a:pt x="4563568" y="0"/>
                  </a:lnTo>
                  <a:lnTo>
                    <a:pt x="4563568" y="1"/>
                  </a:lnTo>
                  <a:cubicBezTo>
                    <a:pt x="4563568" y="1260196"/>
                    <a:pt x="3541979" y="2281785"/>
                    <a:pt x="2281784" y="2281785"/>
                  </a:cubicBezTo>
                  <a:cubicBezTo>
                    <a:pt x="1021589" y="2281785"/>
                    <a:pt x="0" y="1260196"/>
                    <a:pt x="0" y="1"/>
                  </a:cubicBezTo>
                  <a:lnTo>
                    <a:pt x="0" y="0"/>
                  </a:lnTo>
                  <a:close/>
                </a:path>
              </a:pathLst>
            </a:custGeom>
            <a:solidFill>
              <a:srgbClr val="F26C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Rectangle 10">
            <a:extLst>
              <a:ext uri="{FF2B5EF4-FFF2-40B4-BE49-F238E27FC236}">
                <a16:creationId xmlns:a16="http://schemas.microsoft.com/office/drawing/2014/main" id="{4F9CC19F-91DF-C96B-5993-5640E196B604}"/>
              </a:ext>
            </a:extLst>
          </p:cNvPr>
          <p:cNvSpPr/>
          <p:nvPr userDrawn="1"/>
        </p:nvSpPr>
        <p:spPr>
          <a:xfrm>
            <a:off x="-1" y="0"/>
            <a:ext cx="7598535" cy="6858000"/>
          </a:xfrm>
          <a:prstGeom prst="rect">
            <a:avLst/>
          </a:prstGeom>
          <a:solidFill>
            <a:srgbClr val="D6D6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272201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imple Tit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6D014EB-92BC-7345-A1EB-08EDA8687578}"/>
              </a:ext>
            </a:extLst>
          </p:cNvPr>
          <p:cNvSpPr/>
          <p:nvPr userDrawn="1"/>
        </p:nvSpPr>
        <p:spPr>
          <a:xfrm>
            <a:off x="0" y="0"/>
            <a:ext cx="12192000" cy="6858000"/>
          </a:xfrm>
          <a:prstGeom prst="rect">
            <a:avLst/>
          </a:prstGeom>
          <a:solidFill>
            <a:srgbClr val="2323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DEB28E5-2804-984C-BBBB-CFD71621B21C}"/>
              </a:ext>
            </a:extLst>
          </p:cNvPr>
          <p:cNvSpPr txBox="1">
            <a:spLocks/>
          </p:cNvSpPr>
          <p:nvPr userDrawn="1"/>
        </p:nvSpPr>
        <p:spPr>
          <a:xfrm>
            <a:off x="1841562" y="2127041"/>
            <a:ext cx="7543411" cy="1686836"/>
          </a:xfrm>
          <a:prstGeom prst="rect">
            <a:avLst/>
          </a:prstGeom>
          <a:effectLst/>
        </p:spPr>
        <p:txBody>
          <a:bodyPr vert="horz" lIns="0" tIns="192024" rIns="0" bIns="0" rtlCol="0" anchor="t" anchorCtr="0">
            <a:noAutofit/>
          </a:bodyPr>
          <a:lstStyle>
            <a:lvl1pPr algn="l" defTabSz="914318" rtl="0" eaLnBrk="1" latinLnBrk="0" hangingPunct="1">
              <a:lnSpc>
                <a:spcPct val="80000"/>
              </a:lnSpc>
              <a:spcBef>
                <a:spcPct val="0"/>
              </a:spcBef>
              <a:buNone/>
              <a:defRPr sz="3600" kern="1200" spc="-151" baseline="0">
                <a:solidFill>
                  <a:schemeClr val="tx1"/>
                </a:solidFill>
                <a:latin typeface="+mj-lt"/>
                <a:ea typeface="+mj-ea"/>
                <a:cs typeface="+mj-cs"/>
              </a:defRPr>
            </a:lvl1pPr>
          </a:lstStyle>
          <a:p>
            <a:r>
              <a:rPr lang="en-US" sz="6000" spc="0" dirty="0">
                <a:solidFill>
                  <a:schemeClr val="accent2"/>
                </a:solidFill>
                <a:latin typeface="GT Walsheim Pro" pitchFamily="2" charset="77"/>
                <a:cs typeface="Circular Std Book" panose="020B0604020101020102" pitchFamily="34" charset="77"/>
              </a:rPr>
              <a:t>RiskDX </a:t>
            </a:r>
          </a:p>
          <a:p>
            <a:r>
              <a:rPr lang="en-US" sz="6000" spc="0" dirty="0">
                <a:solidFill>
                  <a:schemeClr val="accent2"/>
                </a:solidFill>
                <a:latin typeface="GT Walsheim Pro" pitchFamily="2" charset="77"/>
                <a:cs typeface="Circular Std Book" panose="020B0604020101020102" pitchFamily="34" charset="77"/>
              </a:rPr>
              <a:t>&lt;Title&gt;</a:t>
            </a:r>
          </a:p>
        </p:txBody>
      </p:sp>
      <p:grpSp>
        <p:nvGrpSpPr>
          <p:cNvPr id="5" name="Group 4">
            <a:extLst>
              <a:ext uri="{FF2B5EF4-FFF2-40B4-BE49-F238E27FC236}">
                <a16:creationId xmlns:a16="http://schemas.microsoft.com/office/drawing/2014/main" id="{0273AA7D-C87D-604B-A7DE-33F82B2B6816}"/>
              </a:ext>
            </a:extLst>
          </p:cNvPr>
          <p:cNvGrpSpPr/>
          <p:nvPr userDrawn="1"/>
        </p:nvGrpSpPr>
        <p:grpSpPr>
          <a:xfrm>
            <a:off x="11275507" y="6413944"/>
            <a:ext cx="639902" cy="165470"/>
            <a:chOff x="2445764" y="377190"/>
            <a:chExt cx="1768077" cy="457200"/>
          </a:xfrm>
        </p:grpSpPr>
        <p:sp>
          <p:nvSpPr>
            <p:cNvPr id="6" name="Right Triangle 5">
              <a:extLst>
                <a:ext uri="{FF2B5EF4-FFF2-40B4-BE49-F238E27FC236}">
                  <a16:creationId xmlns:a16="http://schemas.microsoft.com/office/drawing/2014/main" id="{84D6886A-C38C-6544-8295-19A86B8747FD}"/>
                </a:ext>
              </a:extLst>
            </p:cNvPr>
            <p:cNvSpPr/>
            <p:nvPr/>
          </p:nvSpPr>
          <p:spPr>
            <a:xfrm rot="16200000">
              <a:off x="3756641" y="377190"/>
              <a:ext cx="457200" cy="457200"/>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9E44E000-DD5A-EA49-A2C1-FCE7DDDAD1BE}"/>
                </a:ext>
              </a:extLst>
            </p:cNvPr>
            <p:cNvSpPr/>
            <p:nvPr/>
          </p:nvSpPr>
          <p:spPr>
            <a:xfrm>
              <a:off x="3101202" y="377190"/>
              <a:ext cx="4572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50BAAB90-B863-CD49-889F-F0DD7D5F70C9}"/>
                </a:ext>
              </a:extLst>
            </p:cNvPr>
            <p:cNvSpPr/>
            <p:nvPr/>
          </p:nvSpPr>
          <p:spPr>
            <a:xfrm>
              <a:off x="2445764" y="377190"/>
              <a:ext cx="457200" cy="4572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7CD23E18-FF5A-8140-88B2-3281F2DA6288}"/>
              </a:ext>
            </a:extLst>
          </p:cNvPr>
          <p:cNvSpPr/>
          <p:nvPr userDrawn="1"/>
        </p:nvSpPr>
        <p:spPr>
          <a:xfrm>
            <a:off x="242742" y="180977"/>
            <a:ext cx="870751" cy="369332"/>
          </a:xfrm>
          <a:prstGeom prst="rect">
            <a:avLst/>
          </a:prstGeom>
        </p:spPr>
        <p:txBody>
          <a:bodyPr wrap="none">
            <a:spAutoFit/>
          </a:bodyPr>
          <a:lstStyle/>
          <a:p>
            <a:r>
              <a:rPr lang="en-US" dirty="0">
                <a:solidFill>
                  <a:schemeClr val="accent3">
                    <a:lumMod val="10000"/>
                    <a:lumOff val="90000"/>
                  </a:schemeClr>
                </a:solidFill>
                <a:latin typeface="GT Walsheim Pro" pitchFamily="2" charset="77"/>
                <a:cs typeface="Circular Std" panose="020B0604020101020102" pitchFamily="34" charset="77"/>
              </a:rPr>
              <a:t>riskDX</a:t>
            </a:r>
            <a:endParaRPr lang="en-US" dirty="0">
              <a:solidFill>
                <a:schemeClr val="accent3">
                  <a:lumMod val="10000"/>
                  <a:lumOff val="90000"/>
                </a:schemeClr>
              </a:solidFill>
              <a:latin typeface="GT Walsheim Pro" pitchFamily="2" charset="77"/>
            </a:endParaRPr>
          </a:p>
        </p:txBody>
      </p:sp>
      <p:sp>
        <p:nvSpPr>
          <p:cNvPr id="13" name="Rectangle 12">
            <a:extLst>
              <a:ext uri="{FF2B5EF4-FFF2-40B4-BE49-F238E27FC236}">
                <a16:creationId xmlns:a16="http://schemas.microsoft.com/office/drawing/2014/main" id="{79FD7B07-D8FE-4244-BFFF-74735B81BD0F}"/>
              </a:ext>
            </a:extLst>
          </p:cNvPr>
          <p:cNvSpPr/>
          <p:nvPr userDrawn="1"/>
        </p:nvSpPr>
        <p:spPr>
          <a:xfrm>
            <a:off x="1796801" y="4863700"/>
            <a:ext cx="2824120" cy="1077218"/>
          </a:xfrm>
          <a:prstGeom prst="rect">
            <a:avLst/>
          </a:prstGeom>
        </p:spPr>
        <p:txBody>
          <a:bodyPr wrap="square">
            <a:spAutoFit/>
          </a:bodyPr>
          <a:lstStyle/>
          <a:p>
            <a:pPr marL="0" marR="0" lvl="0" indent="0" algn="l" defTabSz="914330" rtl="0" eaLnBrk="1" fontAlgn="auto" latinLnBrk="0" hangingPunct="1">
              <a:lnSpc>
                <a:spcPct val="100000"/>
              </a:lnSpc>
              <a:spcBef>
                <a:spcPts val="0"/>
              </a:spcBef>
              <a:spcAft>
                <a:spcPts val="0"/>
              </a:spcAft>
              <a:buClrTx/>
              <a:buSzTx/>
              <a:buFontTx/>
              <a:buNone/>
              <a:tabLst/>
              <a:defRPr/>
            </a:pPr>
            <a:r>
              <a:rPr lang="en-US" sz="1600" dirty="0">
                <a:solidFill>
                  <a:schemeClr val="bg1"/>
                </a:solidFill>
                <a:latin typeface="GT Walsheim Pro Light" pitchFamily="2" charset="77"/>
                <a:cs typeface="Circular Std Book" panose="020B0604020101020102" pitchFamily="34" charset="0"/>
              </a:rPr>
              <a:t>Kevin Pledge – Acceptiv</a:t>
            </a:r>
          </a:p>
          <a:p>
            <a:r>
              <a:rPr lang="en-US" sz="1600" dirty="0">
                <a:solidFill>
                  <a:schemeClr val="bg1"/>
                </a:solidFill>
                <a:latin typeface="GT Walsheim Pro Light" pitchFamily="2" charset="77"/>
                <a:cs typeface="Circular Std Book" panose="020B0604020101020102" pitchFamily="34" charset="0"/>
              </a:rPr>
              <a:t>Presenter 2 – Company</a:t>
            </a:r>
          </a:p>
          <a:p>
            <a:endParaRPr lang="en-US" sz="1600" dirty="0">
              <a:solidFill>
                <a:schemeClr val="bg1"/>
              </a:solidFill>
              <a:latin typeface="GT Walsheim Pro Light" pitchFamily="2" charset="77"/>
              <a:cs typeface="Circular Std Book" panose="020B0604020101020102" pitchFamily="34" charset="0"/>
            </a:endParaRPr>
          </a:p>
          <a:p>
            <a:r>
              <a:rPr lang="en-US" sz="1600" dirty="0">
                <a:solidFill>
                  <a:schemeClr val="bg1"/>
                </a:solidFill>
                <a:latin typeface="GT Walsheim Pro Light" pitchFamily="2" charset="77"/>
                <a:cs typeface="Circular Std Book" panose="020B0604020101020102" pitchFamily="34" charset="0"/>
              </a:rPr>
              <a:t>dd </a:t>
            </a:r>
            <a:r>
              <a:rPr lang="en-US" sz="1600" dirty="0" err="1">
                <a:solidFill>
                  <a:schemeClr val="bg1"/>
                </a:solidFill>
                <a:latin typeface="GT Walsheim Pro Light" pitchFamily="2" charset="77"/>
                <a:cs typeface="Circular Std Book" panose="020B0604020101020102" pitchFamily="34" charset="0"/>
              </a:rPr>
              <a:t>mmmm</a:t>
            </a:r>
            <a:r>
              <a:rPr lang="en-US" sz="1600" dirty="0">
                <a:solidFill>
                  <a:schemeClr val="bg1"/>
                </a:solidFill>
                <a:latin typeface="GT Walsheim Pro Light" pitchFamily="2" charset="77"/>
                <a:cs typeface="Circular Std Book" panose="020B0604020101020102" pitchFamily="34" charset="0"/>
              </a:rPr>
              <a:t> YYYY</a:t>
            </a:r>
          </a:p>
        </p:txBody>
      </p:sp>
      <p:sp>
        <p:nvSpPr>
          <p:cNvPr id="14" name="Rectangle 13">
            <a:extLst>
              <a:ext uri="{FF2B5EF4-FFF2-40B4-BE49-F238E27FC236}">
                <a16:creationId xmlns:a16="http://schemas.microsoft.com/office/drawing/2014/main" id="{351D4FE1-02BA-3D4D-BDC5-1D5C99355361}"/>
              </a:ext>
            </a:extLst>
          </p:cNvPr>
          <p:cNvSpPr/>
          <p:nvPr userDrawn="1"/>
        </p:nvSpPr>
        <p:spPr>
          <a:xfrm>
            <a:off x="1796801" y="4169511"/>
            <a:ext cx="3097476" cy="338554"/>
          </a:xfrm>
          <a:prstGeom prst="rect">
            <a:avLst/>
          </a:prstGeom>
        </p:spPr>
        <p:txBody>
          <a:bodyPr wrap="square">
            <a:spAutoFit/>
          </a:bodyPr>
          <a:lstStyle/>
          <a:p>
            <a:r>
              <a:rPr lang="en-US" sz="1600" dirty="0">
                <a:solidFill>
                  <a:schemeClr val="bg1"/>
                </a:solidFill>
                <a:latin typeface="GT Walsheim Pro Light" pitchFamily="2" charset="77"/>
                <a:cs typeface="Circular Std Book" panose="020B0604020101020102" pitchFamily="34" charset="0"/>
              </a:rPr>
              <a:t>Logo for presentation company</a:t>
            </a:r>
          </a:p>
        </p:txBody>
      </p:sp>
    </p:spTree>
    <p:extLst>
      <p:ext uri="{BB962C8B-B14F-4D97-AF65-F5344CB8AC3E}">
        <p14:creationId xmlns:p14="http://schemas.microsoft.com/office/powerpoint/2010/main" val="42480456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ext Slide 1">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B45B840-EF37-BE4B-8008-B4A789C28DBA}"/>
              </a:ext>
            </a:extLst>
          </p:cNvPr>
          <p:cNvSpPr/>
          <p:nvPr userDrawn="1"/>
        </p:nvSpPr>
        <p:spPr>
          <a:xfrm flipH="1">
            <a:off x="8129452" y="0"/>
            <a:ext cx="4062548" cy="6858000"/>
          </a:xfrm>
          <a:prstGeom prst="rect">
            <a:avLst/>
          </a:prstGeom>
          <a:solidFill>
            <a:srgbClr val="0454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 name="Group 4">
            <a:extLst>
              <a:ext uri="{FF2B5EF4-FFF2-40B4-BE49-F238E27FC236}">
                <a16:creationId xmlns:a16="http://schemas.microsoft.com/office/drawing/2014/main" id="{F6AE5D1D-B411-AB46-AB01-FA8E6B7BCEFE}"/>
              </a:ext>
            </a:extLst>
          </p:cNvPr>
          <p:cNvGrpSpPr/>
          <p:nvPr userDrawn="1"/>
        </p:nvGrpSpPr>
        <p:grpSpPr>
          <a:xfrm>
            <a:off x="11275507" y="6413944"/>
            <a:ext cx="639902" cy="165470"/>
            <a:chOff x="2445764" y="377190"/>
            <a:chExt cx="1768077" cy="457200"/>
          </a:xfrm>
        </p:grpSpPr>
        <p:sp>
          <p:nvSpPr>
            <p:cNvPr id="6" name="Right Triangle 5">
              <a:extLst>
                <a:ext uri="{FF2B5EF4-FFF2-40B4-BE49-F238E27FC236}">
                  <a16:creationId xmlns:a16="http://schemas.microsoft.com/office/drawing/2014/main" id="{A3DB32A7-2C27-CD49-8910-9E270FFF5F1B}"/>
                </a:ext>
              </a:extLst>
            </p:cNvPr>
            <p:cNvSpPr/>
            <p:nvPr/>
          </p:nvSpPr>
          <p:spPr>
            <a:xfrm rot="16200000">
              <a:off x="3756641" y="377190"/>
              <a:ext cx="457200" cy="4572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4986F9DA-1910-AB4A-B590-1CFC258130B9}"/>
                </a:ext>
              </a:extLst>
            </p:cNvPr>
            <p:cNvSpPr/>
            <p:nvPr/>
          </p:nvSpPr>
          <p:spPr>
            <a:xfrm>
              <a:off x="3101202" y="377190"/>
              <a:ext cx="457200"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9CA7CCA8-4EDE-1543-9E6C-550FB029F06C}"/>
                </a:ext>
              </a:extLst>
            </p:cNvPr>
            <p:cNvSpPr/>
            <p:nvPr/>
          </p:nvSpPr>
          <p:spPr>
            <a:xfrm>
              <a:off x="2445764" y="377190"/>
              <a:ext cx="457200" cy="4572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Title 1">
            <a:extLst>
              <a:ext uri="{FF2B5EF4-FFF2-40B4-BE49-F238E27FC236}">
                <a16:creationId xmlns:a16="http://schemas.microsoft.com/office/drawing/2014/main" id="{96D70004-EC66-934C-970E-F79EE550E0A2}"/>
              </a:ext>
            </a:extLst>
          </p:cNvPr>
          <p:cNvSpPr txBox="1">
            <a:spLocks/>
          </p:cNvSpPr>
          <p:nvPr userDrawn="1"/>
        </p:nvSpPr>
        <p:spPr>
          <a:xfrm>
            <a:off x="1529620" y="1616536"/>
            <a:ext cx="5342063" cy="3724898"/>
          </a:xfrm>
          <a:prstGeom prst="rect">
            <a:avLst/>
          </a:prstGeom>
          <a:effectLst/>
        </p:spPr>
        <p:txBody>
          <a:bodyPr vert="horz" lIns="0" tIns="192024" rIns="0" bIns="0" rtlCol="0" anchor="t" anchorCtr="0">
            <a:noAutofit/>
          </a:bodyPr>
          <a:lstStyle>
            <a:lvl1pPr algn="l" defTabSz="914318" rtl="0" eaLnBrk="1" latinLnBrk="0" hangingPunct="1">
              <a:lnSpc>
                <a:spcPct val="80000"/>
              </a:lnSpc>
              <a:spcBef>
                <a:spcPct val="0"/>
              </a:spcBef>
              <a:buNone/>
              <a:defRPr sz="3600" kern="1200" spc="-151" baseline="0">
                <a:solidFill>
                  <a:schemeClr val="tx1"/>
                </a:solidFill>
                <a:latin typeface="+mj-lt"/>
                <a:ea typeface="+mj-ea"/>
                <a:cs typeface="+mj-cs"/>
              </a:defRPr>
            </a:lvl1pPr>
          </a:lstStyle>
          <a:p>
            <a:endParaRPr lang="en-US" sz="4000" spc="0" dirty="0">
              <a:solidFill>
                <a:schemeClr val="accent3"/>
              </a:solidFill>
              <a:latin typeface="GT Walsheim Pro" pitchFamily="2" charset="77"/>
              <a:cs typeface="Circular Std" panose="020B0604020101020102" pitchFamily="34" charset="77"/>
            </a:endParaRPr>
          </a:p>
        </p:txBody>
      </p:sp>
      <p:sp>
        <p:nvSpPr>
          <p:cNvPr id="11" name="Title 1">
            <a:extLst>
              <a:ext uri="{FF2B5EF4-FFF2-40B4-BE49-F238E27FC236}">
                <a16:creationId xmlns:a16="http://schemas.microsoft.com/office/drawing/2014/main" id="{318B98AE-9E68-7341-86F7-7306B12F05B3}"/>
              </a:ext>
            </a:extLst>
          </p:cNvPr>
          <p:cNvSpPr txBox="1">
            <a:spLocks/>
          </p:cNvSpPr>
          <p:nvPr userDrawn="1"/>
        </p:nvSpPr>
        <p:spPr>
          <a:xfrm>
            <a:off x="8983128" y="1103350"/>
            <a:ext cx="2457849" cy="4504074"/>
          </a:xfrm>
          <a:prstGeom prst="rect">
            <a:avLst/>
          </a:prstGeom>
          <a:effectLst/>
        </p:spPr>
        <p:txBody>
          <a:bodyPr vert="horz" lIns="0" tIns="192024" rIns="0" bIns="0" rtlCol="0" anchor="t" anchorCtr="0">
            <a:noAutofit/>
          </a:bodyPr>
          <a:lstStyle>
            <a:lvl1pPr algn="l" defTabSz="914318" rtl="0" eaLnBrk="1" latinLnBrk="0" hangingPunct="1">
              <a:lnSpc>
                <a:spcPct val="80000"/>
              </a:lnSpc>
              <a:spcBef>
                <a:spcPct val="0"/>
              </a:spcBef>
              <a:buNone/>
              <a:defRPr sz="3600" kern="1200" spc="-151" baseline="0">
                <a:solidFill>
                  <a:schemeClr val="tx1"/>
                </a:solidFill>
                <a:latin typeface="+mj-lt"/>
                <a:ea typeface="+mj-ea"/>
                <a:cs typeface="+mj-cs"/>
              </a:defRPr>
            </a:lvl1pPr>
          </a:lstStyle>
          <a:p>
            <a:pPr>
              <a:lnSpc>
                <a:spcPct val="100000"/>
              </a:lnSpc>
              <a:spcAft>
                <a:spcPts val="1200"/>
              </a:spcAft>
            </a:pPr>
            <a:endParaRPr lang="en-US" sz="1400" spc="0" dirty="0">
              <a:solidFill>
                <a:schemeClr val="accent3"/>
              </a:solidFill>
              <a:latin typeface="GT Walsheim Pro Light" pitchFamily="2" charset="77"/>
              <a:cs typeface="Circular Std" panose="020B0604020101020102" pitchFamily="34" charset="77"/>
            </a:endParaRPr>
          </a:p>
        </p:txBody>
      </p:sp>
      <p:sp>
        <p:nvSpPr>
          <p:cNvPr id="16" name="Content Placeholder 4">
            <a:extLst>
              <a:ext uri="{FF2B5EF4-FFF2-40B4-BE49-F238E27FC236}">
                <a16:creationId xmlns:a16="http://schemas.microsoft.com/office/drawing/2014/main" id="{74AAC3C2-2EF2-234A-ABBD-3DB6ACD9A85D}"/>
              </a:ext>
            </a:extLst>
          </p:cNvPr>
          <p:cNvSpPr>
            <a:spLocks noGrp="1"/>
          </p:cNvSpPr>
          <p:nvPr>
            <p:ph sz="quarter" idx="10"/>
          </p:nvPr>
        </p:nvSpPr>
        <p:spPr>
          <a:xfrm>
            <a:off x="8566175" y="1031229"/>
            <a:ext cx="3183764" cy="4806434"/>
          </a:xfrm>
          <a:prstGeom prst="rect">
            <a:avLst/>
          </a:prstGeom>
        </p:spPr>
        <p:txBody>
          <a:bodyPr lIns="0"/>
          <a:lstStyle>
            <a:lvl1pPr>
              <a:defRPr>
                <a:solidFill>
                  <a:schemeClr val="bg1"/>
                </a:solidFill>
                <a:latin typeface="GT Walsheim Pro" pitchFamily="2" charset="77"/>
              </a:defRPr>
            </a:lvl1pPr>
            <a:lvl2pPr>
              <a:defRPr sz="2400">
                <a:solidFill>
                  <a:schemeClr val="bg1"/>
                </a:solidFill>
                <a:latin typeface="GT Walsheim Pro" pitchFamily="2" charset="77"/>
              </a:defRPr>
            </a:lvl2pPr>
            <a:lvl3pPr>
              <a:defRPr sz="1800">
                <a:solidFill>
                  <a:schemeClr val="bg1"/>
                </a:solidFill>
                <a:latin typeface="GT Walsheim Pro" pitchFamily="2" charset="77"/>
              </a:defRPr>
            </a:lvl3pPr>
            <a:lvl4pPr>
              <a:defRPr>
                <a:latin typeface="GT Walsheim Pro" pitchFamily="2" charset="77"/>
              </a:defRPr>
            </a:lvl4pPr>
            <a:lvl5pPr>
              <a:defRPr>
                <a:latin typeface="GT Walsheim Pro" pitchFamily="2" charset="77"/>
              </a:defRPr>
            </a:lvl5pPr>
          </a:lstStyle>
          <a:p>
            <a:pPr lvl="0"/>
            <a:r>
              <a:rPr lang="en-US"/>
              <a:t>Click to edit Master text styles</a:t>
            </a:r>
          </a:p>
          <a:p>
            <a:pPr lvl="1"/>
            <a:r>
              <a:rPr lang="en-US"/>
              <a:t>Second level</a:t>
            </a:r>
          </a:p>
          <a:p>
            <a:pPr lvl="2"/>
            <a:r>
              <a:rPr lang="en-US"/>
              <a:t>Third level</a:t>
            </a:r>
          </a:p>
        </p:txBody>
      </p:sp>
      <p:sp>
        <p:nvSpPr>
          <p:cNvPr id="17" name="Content Placeholder 4">
            <a:extLst>
              <a:ext uri="{FF2B5EF4-FFF2-40B4-BE49-F238E27FC236}">
                <a16:creationId xmlns:a16="http://schemas.microsoft.com/office/drawing/2014/main" id="{B413B6CF-356F-5043-AF17-336BD9A5E51A}"/>
              </a:ext>
            </a:extLst>
          </p:cNvPr>
          <p:cNvSpPr>
            <a:spLocks noGrp="1"/>
          </p:cNvSpPr>
          <p:nvPr>
            <p:ph sz="quarter" idx="11"/>
          </p:nvPr>
        </p:nvSpPr>
        <p:spPr>
          <a:xfrm>
            <a:off x="751022" y="1025783"/>
            <a:ext cx="6675689" cy="4806434"/>
          </a:xfrm>
          <a:prstGeom prst="rect">
            <a:avLst/>
          </a:prstGeom>
        </p:spPr>
        <p:txBody>
          <a:bodyPr lIns="0"/>
          <a:lstStyle>
            <a:lvl1pPr>
              <a:defRPr>
                <a:latin typeface="GT Walsheim Pro" pitchFamily="2" charset="77"/>
              </a:defRPr>
            </a:lvl1pPr>
            <a:lvl2pPr>
              <a:defRPr sz="2400">
                <a:latin typeface="GT Walsheim Pro" pitchFamily="2" charset="77"/>
              </a:defRPr>
            </a:lvl2pPr>
            <a:lvl3pPr>
              <a:defRPr sz="1800">
                <a:latin typeface="GT Walsheim Pro" pitchFamily="2" charset="77"/>
              </a:defRPr>
            </a:lvl3pPr>
            <a:lvl4pPr>
              <a:defRPr>
                <a:latin typeface="GT Walsheim Pro" pitchFamily="2" charset="77"/>
              </a:defRPr>
            </a:lvl4pPr>
            <a:lvl5pPr>
              <a:defRPr>
                <a:latin typeface="GT Walsheim Pro" pitchFamily="2" charset="77"/>
              </a:defRPr>
            </a:lvl5pPr>
          </a:lstStyle>
          <a:p>
            <a:pPr lvl="0"/>
            <a:r>
              <a:rPr lang="en-US"/>
              <a:t>Click to edit Master text styles</a:t>
            </a:r>
          </a:p>
          <a:p>
            <a:pPr lvl="1"/>
            <a:r>
              <a:rPr lang="en-US"/>
              <a:t>Second level</a:t>
            </a:r>
          </a:p>
          <a:p>
            <a:pPr lvl="2"/>
            <a:r>
              <a:rPr lang="en-US"/>
              <a:t>Third level</a:t>
            </a:r>
          </a:p>
        </p:txBody>
      </p:sp>
      <p:pic>
        <p:nvPicPr>
          <p:cNvPr id="2" name="Picture 1" descr="A logo with blue letters&#10;&#10;AI-generated content may be incorrect.">
            <a:extLst>
              <a:ext uri="{FF2B5EF4-FFF2-40B4-BE49-F238E27FC236}">
                <a16:creationId xmlns:a16="http://schemas.microsoft.com/office/drawing/2014/main" id="{5564400C-DB18-B4FF-DD6F-09C24D196911}"/>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08961" y="136783"/>
            <a:ext cx="869250" cy="380297"/>
          </a:xfrm>
          <a:prstGeom prst="rect">
            <a:avLst/>
          </a:prstGeom>
        </p:spPr>
      </p:pic>
    </p:spTree>
    <p:extLst>
      <p:ext uri="{BB962C8B-B14F-4D97-AF65-F5344CB8AC3E}">
        <p14:creationId xmlns:p14="http://schemas.microsoft.com/office/powerpoint/2010/main" val="2340697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A0EB473-1F5A-3F47-9C8F-63BB79FFBA79}"/>
              </a:ext>
            </a:extLst>
          </p:cNvPr>
          <p:cNvSpPr/>
          <p:nvPr userDrawn="1"/>
        </p:nvSpPr>
        <p:spPr>
          <a:xfrm flipH="1">
            <a:off x="1" y="0"/>
            <a:ext cx="4062548" cy="6858000"/>
          </a:xfrm>
          <a:prstGeom prst="rect">
            <a:avLst/>
          </a:prstGeom>
          <a:solidFill>
            <a:srgbClr val="0454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 name="Group 4">
            <a:extLst>
              <a:ext uri="{FF2B5EF4-FFF2-40B4-BE49-F238E27FC236}">
                <a16:creationId xmlns:a16="http://schemas.microsoft.com/office/drawing/2014/main" id="{A6CD86A8-E485-5D4C-B9B6-3DA067889229}"/>
              </a:ext>
            </a:extLst>
          </p:cNvPr>
          <p:cNvGrpSpPr/>
          <p:nvPr userDrawn="1"/>
        </p:nvGrpSpPr>
        <p:grpSpPr>
          <a:xfrm>
            <a:off x="11275507" y="6413944"/>
            <a:ext cx="639902" cy="165470"/>
            <a:chOff x="2445764" y="377190"/>
            <a:chExt cx="1768077" cy="457200"/>
          </a:xfrm>
        </p:grpSpPr>
        <p:sp>
          <p:nvSpPr>
            <p:cNvPr id="6" name="Right Triangle 5">
              <a:extLst>
                <a:ext uri="{FF2B5EF4-FFF2-40B4-BE49-F238E27FC236}">
                  <a16:creationId xmlns:a16="http://schemas.microsoft.com/office/drawing/2014/main" id="{C79E924B-7F98-D34F-92F8-22E740C03DD4}"/>
                </a:ext>
              </a:extLst>
            </p:cNvPr>
            <p:cNvSpPr/>
            <p:nvPr/>
          </p:nvSpPr>
          <p:spPr>
            <a:xfrm rot="16200000">
              <a:off x="3756641" y="377190"/>
              <a:ext cx="457200" cy="4572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915AD23-8F4A-DA43-8CAC-8BAE0EA571AA}"/>
                </a:ext>
              </a:extLst>
            </p:cNvPr>
            <p:cNvSpPr/>
            <p:nvPr/>
          </p:nvSpPr>
          <p:spPr>
            <a:xfrm>
              <a:off x="3101202" y="377190"/>
              <a:ext cx="457200" cy="457200"/>
            </a:xfrm>
            <a:prstGeom prst="rect">
              <a:avLst/>
            </a:prstGeom>
            <a:solidFill>
              <a:srgbClr val="0454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0FCD498A-F55C-A049-95E3-5CA6EF3B5BF5}"/>
                </a:ext>
              </a:extLst>
            </p:cNvPr>
            <p:cNvSpPr/>
            <p:nvPr/>
          </p:nvSpPr>
          <p:spPr>
            <a:xfrm>
              <a:off x="2445764" y="377190"/>
              <a:ext cx="457200" cy="4572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Content Placeholder 4">
            <a:extLst>
              <a:ext uri="{FF2B5EF4-FFF2-40B4-BE49-F238E27FC236}">
                <a16:creationId xmlns:a16="http://schemas.microsoft.com/office/drawing/2014/main" id="{5B0C4186-BA54-A042-A1E3-90C9B50FA5A0}"/>
              </a:ext>
            </a:extLst>
          </p:cNvPr>
          <p:cNvSpPr>
            <a:spLocks noGrp="1"/>
          </p:cNvSpPr>
          <p:nvPr>
            <p:ph sz="quarter" idx="10"/>
          </p:nvPr>
        </p:nvSpPr>
        <p:spPr>
          <a:xfrm>
            <a:off x="4504609" y="1031229"/>
            <a:ext cx="7245330" cy="4806434"/>
          </a:xfrm>
          <a:prstGeom prst="rect">
            <a:avLst/>
          </a:prstGeom>
        </p:spPr>
        <p:txBody>
          <a:bodyPr lIns="0"/>
          <a:lstStyle>
            <a:lvl1pPr>
              <a:defRPr>
                <a:latin typeface="GT Walsheim Pro" pitchFamily="2" charset="77"/>
              </a:defRPr>
            </a:lvl1pPr>
            <a:lvl2pPr>
              <a:defRPr sz="2400">
                <a:latin typeface="GT Walsheim Pro" pitchFamily="2" charset="77"/>
              </a:defRPr>
            </a:lvl2pPr>
            <a:lvl3pPr>
              <a:defRPr sz="1800">
                <a:latin typeface="GT Walsheim Pro" pitchFamily="2" charset="77"/>
              </a:defRPr>
            </a:lvl3pPr>
            <a:lvl4pPr>
              <a:defRPr>
                <a:latin typeface="GT Walsheim Pro" pitchFamily="2" charset="77"/>
              </a:defRPr>
            </a:lvl4pPr>
            <a:lvl5pPr>
              <a:defRPr>
                <a:latin typeface="GT Walsheim Pro" pitchFamily="2" charset="77"/>
              </a:defRPr>
            </a:lvl5pPr>
          </a:lstStyle>
          <a:p>
            <a:pPr lvl="0"/>
            <a:r>
              <a:rPr lang="en-US"/>
              <a:t>Click to edit Master text styles</a:t>
            </a:r>
          </a:p>
          <a:p>
            <a:pPr lvl="1"/>
            <a:r>
              <a:rPr lang="en-US"/>
              <a:t>Second level</a:t>
            </a:r>
          </a:p>
          <a:p>
            <a:pPr lvl="2"/>
            <a:r>
              <a:rPr lang="en-US"/>
              <a:t>Third level</a:t>
            </a:r>
          </a:p>
        </p:txBody>
      </p:sp>
      <p:sp>
        <p:nvSpPr>
          <p:cNvPr id="11" name="Content Placeholder 4">
            <a:extLst>
              <a:ext uri="{FF2B5EF4-FFF2-40B4-BE49-F238E27FC236}">
                <a16:creationId xmlns:a16="http://schemas.microsoft.com/office/drawing/2014/main" id="{40AC9E66-C96E-2C47-97BA-7E95D1823A5F}"/>
              </a:ext>
            </a:extLst>
          </p:cNvPr>
          <p:cNvSpPr>
            <a:spLocks noGrp="1"/>
          </p:cNvSpPr>
          <p:nvPr>
            <p:ph sz="quarter" idx="11"/>
          </p:nvPr>
        </p:nvSpPr>
        <p:spPr>
          <a:xfrm>
            <a:off x="442061" y="1025783"/>
            <a:ext cx="3183764" cy="4806434"/>
          </a:xfrm>
          <a:prstGeom prst="rect">
            <a:avLst/>
          </a:prstGeom>
        </p:spPr>
        <p:txBody>
          <a:bodyPr lIns="0"/>
          <a:lstStyle>
            <a:lvl1pPr>
              <a:defRPr>
                <a:solidFill>
                  <a:schemeClr val="bg1"/>
                </a:solidFill>
                <a:latin typeface="GT Walsheim Pro" pitchFamily="2" charset="77"/>
              </a:defRPr>
            </a:lvl1pPr>
            <a:lvl2pPr>
              <a:defRPr sz="2400">
                <a:solidFill>
                  <a:schemeClr val="bg1"/>
                </a:solidFill>
                <a:latin typeface="GT Walsheim Pro" pitchFamily="2" charset="77"/>
              </a:defRPr>
            </a:lvl2pPr>
            <a:lvl3pPr>
              <a:defRPr sz="1800">
                <a:solidFill>
                  <a:schemeClr val="bg1"/>
                </a:solidFill>
                <a:latin typeface="GT Walsheim Pro" pitchFamily="2" charset="77"/>
              </a:defRPr>
            </a:lvl3pPr>
            <a:lvl4pPr>
              <a:defRPr>
                <a:latin typeface="GT Walsheim Pro" pitchFamily="2" charset="77"/>
              </a:defRPr>
            </a:lvl4pPr>
            <a:lvl5pPr>
              <a:defRPr>
                <a:latin typeface="GT Walsheim Pro" pitchFamily="2" charset="77"/>
              </a:defRPr>
            </a:lvl5pPr>
          </a:lstStyle>
          <a:p>
            <a:pPr lvl="0"/>
            <a:r>
              <a:rPr lang="en-US"/>
              <a:t>Click to edit Master text styles</a:t>
            </a:r>
          </a:p>
          <a:p>
            <a:pPr lvl="1"/>
            <a:r>
              <a:rPr lang="en-US"/>
              <a:t>Second level</a:t>
            </a:r>
          </a:p>
          <a:p>
            <a:pPr lvl="2"/>
            <a:r>
              <a:rPr lang="en-US"/>
              <a:t>Third level</a:t>
            </a:r>
          </a:p>
        </p:txBody>
      </p:sp>
      <p:pic>
        <p:nvPicPr>
          <p:cNvPr id="2" name="Picture 1" descr="A logo with a black background&#10;&#10;AI-generated content may be incorrect.">
            <a:extLst>
              <a:ext uri="{FF2B5EF4-FFF2-40B4-BE49-F238E27FC236}">
                <a16:creationId xmlns:a16="http://schemas.microsoft.com/office/drawing/2014/main" id="{F4EE19A5-893C-FE1A-DC0B-9B9ACF69E555}"/>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252549" y="193933"/>
            <a:ext cx="815963" cy="356304"/>
          </a:xfrm>
          <a:prstGeom prst="rect">
            <a:avLst/>
          </a:prstGeom>
        </p:spPr>
      </p:pic>
    </p:spTree>
    <p:extLst>
      <p:ext uri="{BB962C8B-B14F-4D97-AF65-F5344CB8AC3E}">
        <p14:creationId xmlns:p14="http://schemas.microsoft.com/office/powerpoint/2010/main" val="32370247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Slide 3">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9059489A-BC83-7145-8AA2-BF7D181B1642}"/>
              </a:ext>
            </a:extLst>
          </p:cNvPr>
          <p:cNvSpPr/>
          <p:nvPr userDrawn="1"/>
        </p:nvSpPr>
        <p:spPr>
          <a:xfrm>
            <a:off x="4062549" y="0"/>
            <a:ext cx="8129451" cy="6858000"/>
          </a:xfrm>
          <a:prstGeom prst="rect">
            <a:avLst/>
          </a:prstGeom>
          <a:solidFill>
            <a:srgbClr val="0454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F6AE5D1D-B411-AB46-AB01-FA8E6B7BCEFE}"/>
              </a:ext>
            </a:extLst>
          </p:cNvPr>
          <p:cNvGrpSpPr/>
          <p:nvPr userDrawn="1"/>
        </p:nvGrpSpPr>
        <p:grpSpPr>
          <a:xfrm>
            <a:off x="11275507" y="6413944"/>
            <a:ext cx="639902" cy="165470"/>
            <a:chOff x="2445764" y="377190"/>
            <a:chExt cx="1768077" cy="457200"/>
          </a:xfrm>
        </p:grpSpPr>
        <p:sp>
          <p:nvSpPr>
            <p:cNvPr id="6" name="Right Triangle 5">
              <a:extLst>
                <a:ext uri="{FF2B5EF4-FFF2-40B4-BE49-F238E27FC236}">
                  <a16:creationId xmlns:a16="http://schemas.microsoft.com/office/drawing/2014/main" id="{A3DB32A7-2C27-CD49-8910-9E270FFF5F1B}"/>
                </a:ext>
              </a:extLst>
            </p:cNvPr>
            <p:cNvSpPr/>
            <p:nvPr/>
          </p:nvSpPr>
          <p:spPr>
            <a:xfrm rot="16200000">
              <a:off x="3756641" y="377190"/>
              <a:ext cx="457200" cy="4572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4986F9DA-1910-AB4A-B590-1CFC258130B9}"/>
                </a:ext>
              </a:extLst>
            </p:cNvPr>
            <p:cNvSpPr/>
            <p:nvPr/>
          </p:nvSpPr>
          <p:spPr>
            <a:xfrm>
              <a:off x="3101202" y="377190"/>
              <a:ext cx="457200"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9CA7CCA8-4EDE-1543-9E6C-550FB029F06C}"/>
                </a:ext>
              </a:extLst>
            </p:cNvPr>
            <p:cNvSpPr/>
            <p:nvPr/>
          </p:nvSpPr>
          <p:spPr>
            <a:xfrm>
              <a:off x="2445764" y="377190"/>
              <a:ext cx="457200" cy="4572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Title 1">
            <a:extLst>
              <a:ext uri="{FF2B5EF4-FFF2-40B4-BE49-F238E27FC236}">
                <a16:creationId xmlns:a16="http://schemas.microsoft.com/office/drawing/2014/main" id="{96D70004-EC66-934C-970E-F79EE550E0A2}"/>
              </a:ext>
            </a:extLst>
          </p:cNvPr>
          <p:cNvSpPr txBox="1">
            <a:spLocks/>
          </p:cNvSpPr>
          <p:nvPr userDrawn="1"/>
        </p:nvSpPr>
        <p:spPr>
          <a:xfrm>
            <a:off x="1529620" y="1616536"/>
            <a:ext cx="5342063" cy="3724898"/>
          </a:xfrm>
          <a:prstGeom prst="rect">
            <a:avLst/>
          </a:prstGeom>
          <a:effectLst/>
        </p:spPr>
        <p:txBody>
          <a:bodyPr vert="horz" lIns="0" tIns="192024" rIns="0" bIns="0" rtlCol="0" anchor="t" anchorCtr="0">
            <a:noAutofit/>
          </a:bodyPr>
          <a:lstStyle>
            <a:lvl1pPr algn="l" defTabSz="914318" rtl="0" eaLnBrk="1" latinLnBrk="0" hangingPunct="1">
              <a:lnSpc>
                <a:spcPct val="80000"/>
              </a:lnSpc>
              <a:spcBef>
                <a:spcPct val="0"/>
              </a:spcBef>
              <a:buNone/>
              <a:defRPr sz="3600" kern="1200" spc="-151" baseline="0">
                <a:solidFill>
                  <a:schemeClr val="tx1"/>
                </a:solidFill>
                <a:latin typeface="+mj-lt"/>
                <a:ea typeface="+mj-ea"/>
                <a:cs typeface="+mj-cs"/>
              </a:defRPr>
            </a:lvl1pPr>
          </a:lstStyle>
          <a:p>
            <a:endParaRPr lang="en-US" sz="4000" spc="0" dirty="0">
              <a:solidFill>
                <a:schemeClr val="accent3"/>
              </a:solidFill>
              <a:latin typeface="GT Walsheim Pro" pitchFamily="2" charset="77"/>
              <a:cs typeface="Circular Std" panose="020B0604020101020102" pitchFamily="34" charset="77"/>
            </a:endParaRPr>
          </a:p>
        </p:txBody>
      </p:sp>
      <p:sp>
        <p:nvSpPr>
          <p:cNvPr id="11" name="Title 1">
            <a:extLst>
              <a:ext uri="{FF2B5EF4-FFF2-40B4-BE49-F238E27FC236}">
                <a16:creationId xmlns:a16="http://schemas.microsoft.com/office/drawing/2014/main" id="{318B98AE-9E68-7341-86F7-7306B12F05B3}"/>
              </a:ext>
            </a:extLst>
          </p:cNvPr>
          <p:cNvSpPr txBox="1">
            <a:spLocks/>
          </p:cNvSpPr>
          <p:nvPr userDrawn="1"/>
        </p:nvSpPr>
        <p:spPr>
          <a:xfrm>
            <a:off x="8983128" y="1103350"/>
            <a:ext cx="2457849" cy="4504074"/>
          </a:xfrm>
          <a:prstGeom prst="rect">
            <a:avLst/>
          </a:prstGeom>
          <a:effectLst/>
        </p:spPr>
        <p:txBody>
          <a:bodyPr vert="horz" lIns="0" tIns="192024" rIns="0" bIns="0" rtlCol="0" anchor="t" anchorCtr="0">
            <a:noAutofit/>
          </a:bodyPr>
          <a:lstStyle>
            <a:lvl1pPr algn="l" defTabSz="914318" rtl="0" eaLnBrk="1" latinLnBrk="0" hangingPunct="1">
              <a:lnSpc>
                <a:spcPct val="80000"/>
              </a:lnSpc>
              <a:spcBef>
                <a:spcPct val="0"/>
              </a:spcBef>
              <a:buNone/>
              <a:defRPr sz="3600" kern="1200" spc="-151" baseline="0">
                <a:solidFill>
                  <a:schemeClr val="tx1"/>
                </a:solidFill>
                <a:latin typeface="+mj-lt"/>
                <a:ea typeface="+mj-ea"/>
                <a:cs typeface="+mj-cs"/>
              </a:defRPr>
            </a:lvl1pPr>
          </a:lstStyle>
          <a:p>
            <a:pPr>
              <a:lnSpc>
                <a:spcPct val="100000"/>
              </a:lnSpc>
              <a:spcAft>
                <a:spcPts val="1200"/>
              </a:spcAft>
            </a:pPr>
            <a:endParaRPr lang="en-US" sz="1400" spc="0" dirty="0">
              <a:solidFill>
                <a:schemeClr val="accent3"/>
              </a:solidFill>
              <a:latin typeface="GT Walsheim Pro Light" pitchFamily="2" charset="77"/>
              <a:cs typeface="Circular Std" panose="020B0604020101020102" pitchFamily="34" charset="77"/>
            </a:endParaRPr>
          </a:p>
        </p:txBody>
      </p:sp>
      <p:sp>
        <p:nvSpPr>
          <p:cNvPr id="16" name="Content Placeholder 4">
            <a:extLst>
              <a:ext uri="{FF2B5EF4-FFF2-40B4-BE49-F238E27FC236}">
                <a16:creationId xmlns:a16="http://schemas.microsoft.com/office/drawing/2014/main" id="{74AAC3C2-2EF2-234A-ABBD-3DB6ACD9A85D}"/>
              </a:ext>
            </a:extLst>
          </p:cNvPr>
          <p:cNvSpPr>
            <a:spLocks noGrp="1"/>
          </p:cNvSpPr>
          <p:nvPr>
            <p:ph sz="quarter" idx="10"/>
          </p:nvPr>
        </p:nvSpPr>
        <p:spPr>
          <a:xfrm>
            <a:off x="4476084" y="1031229"/>
            <a:ext cx="7273855" cy="4806434"/>
          </a:xfrm>
          <a:prstGeom prst="rect">
            <a:avLst/>
          </a:prstGeom>
        </p:spPr>
        <p:txBody>
          <a:bodyPr lIns="0"/>
          <a:lstStyle>
            <a:lvl1pPr>
              <a:defRPr>
                <a:solidFill>
                  <a:schemeClr val="bg1"/>
                </a:solidFill>
                <a:latin typeface="GT Walsheim Pro" pitchFamily="2" charset="77"/>
              </a:defRPr>
            </a:lvl1pPr>
            <a:lvl2pPr>
              <a:defRPr sz="2400">
                <a:solidFill>
                  <a:schemeClr val="bg1"/>
                </a:solidFill>
                <a:latin typeface="GT Walsheim Pro" pitchFamily="2" charset="77"/>
              </a:defRPr>
            </a:lvl2pPr>
            <a:lvl3pPr>
              <a:defRPr sz="1800">
                <a:solidFill>
                  <a:schemeClr val="bg1"/>
                </a:solidFill>
                <a:latin typeface="GT Walsheim Pro" pitchFamily="2" charset="77"/>
              </a:defRPr>
            </a:lvl3pPr>
            <a:lvl4pPr>
              <a:defRPr>
                <a:latin typeface="GT Walsheim Pro" pitchFamily="2" charset="77"/>
              </a:defRPr>
            </a:lvl4pPr>
            <a:lvl5pPr>
              <a:defRPr>
                <a:latin typeface="GT Walsheim Pro" pitchFamily="2" charset="77"/>
              </a:defRPr>
            </a:lvl5pPr>
          </a:lstStyle>
          <a:p>
            <a:pPr lvl="0"/>
            <a:r>
              <a:rPr lang="en-US"/>
              <a:t>Click to edit Master text styles</a:t>
            </a:r>
          </a:p>
          <a:p>
            <a:pPr lvl="1"/>
            <a:r>
              <a:rPr lang="en-US"/>
              <a:t>Second level</a:t>
            </a:r>
          </a:p>
          <a:p>
            <a:pPr lvl="2"/>
            <a:r>
              <a:rPr lang="en-US"/>
              <a:t>Third level</a:t>
            </a:r>
          </a:p>
        </p:txBody>
      </p:sp>
      <p:sp>
        <p:nvSpPr>
          <p:cNvPr id="17" name="Content Placeholder 4">
            <a:extLst>
              <a:ext uri="{FF2B5EF4-FFF2-40B4-BE49-F238E27FC236}">
                <a16:creationId xmlns:a16="http://schemas.microsoft.com/office/drawing/2014/main" id="{B413B6CF-356F-5043-AF17-336BD9A5E51A}"/>
              </a:ext>
            </a:extLst>
          </p:cNvPr>
          <p:cNvSpPr>
            <a:spLocks noGrp="1"/>
          </p:cNvSpPr>
          <p:nvPr>
            <p:ph sz="quarter" idx="11"/>
          </p:nvPr>
        </p:nvSpPr>
        <p:spPr>
          <a:xfrm>
            <a:off x="442061" y="1025783"/>
            <a:ext cx="3311526" cy="4806434"/>
          </a:xfrm>
          <a:prstGeom prst="rect">
            <a:avLst/>
          </a:prstGeom>
        </p:spPr>
        <p:txBody>
          <a:bodyPr lIns="0"/>
          <a:lstStyle>
            <a:lvl1pPr>
              <a:defRPr>
                <a:latin typeface="GT Walsheim Pro" pitchFamily="2" charset="77"/>
              </a:defRPr>
            </a:lvl1pPr>
            <a:lvl2pPr>
              <a:defRPr sz="2400">
                <a:latin typeface="GT Walsheim Pro" pitchFamily="2" charset="77"/>
              </a:defRPr>
            </a:lvl2pPr>
            <a:lvl3pPr>
              <a:defRPr sz="1800">
                <a:latin typeface="GT Walsheim Pro" pitchFamily="2" charset="77"/>
              </a:defRPr>
            </a:lvl3pPr>
            <a:lvl4pPr>
              <a:defRPr>
                <a:latin typeface="GT Walsheim Pro" pitchFamily="2" charset="77"/>
              </a:defRPr>
            </a:lvl4pPr>
            <a:lvl5pPr>
              <a:defRPr>
                <a:latin typeface="GT Walsheim Pro" pitchFamily="2" charset="77"/>
              </a:defRPr>
            </a:lvl5pPr>
          </a:lstStyle>
          <a:p>
            <a:pPr lvl="0"/>
            <a:r>
              <a:rPr lang="en-US"/>
              <a:t>Click to edit Master text styles</a:t>
            </a:r>
          </a:p>
          <a:p>
            <a:pPr lvl="1"/>
            <a:r>
              <a:rPr lang="en-US"/>
              <a:t>Second level</a:t>
            </a:r>
          </a:p>
          <a:p>
            <a:pPr lvl="2"/>
            <a:r>
              <a:rPr lang="en-US"/>
              <a:t>Third level</a:t>
            </a:r>
          </a:p>
        </p:txBody>
      </p:sp>
      <p:pic>
        <p:nvPicPr>
          <p:cNvPr id="2" name="Picture 1" descr="A logo with blue letters&#10;&#10;AI-generated content may be incorrect.">
            <a:extLst>
              <a:ext uri="{FF2B5EF4-FFF2-40B4-BE49-F238E27FC236}">
                <a16:creationId xmlns:a16="http://schemas.microsoft.com/office/drawing/2014/main" id="{72692D54-0E8E-D6DD-677B-22284A71EA2A}"/>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217989" y="182684"/>
            <a:ext cx="809427" cy="354124"/>
          </a:xfrm>
          <a:prstGeom prst="rect">
            <a:avLst/>
          </a:prstGeom>
        </p:spPr>
      </p:pic>
    </p:spTree>
    <p:extLst>
      <p:ext uri="{BB962C8B-B14F-4D97-AF65-F5344CB8AC3E}">
        <p14:creationId xmlns:p14="http://schemas.microsoft.com/office/powerpoint/2010/main" val="9857540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Break 1">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A0EB473-1F5A-3F47-9C8F-63BB79FFBA79}"/>
              </a:ext>
            </a:extLst>
          </p:cNvPr>
          <p:cNvSpPr/>
          <p:nvPr userDrawn="1"/>
        </p:nvSpPr>
        <p:spPr>
          <a:xfrm flipH="1">
            <a:off x="1" y="0"/>
            <a:ext cx="4062548" cy="6858000"/>
          </a:xfrm>
          <a:prstGeom prst="rect">
            <a:avLst/>
          </a:prstGeom>
          <a:solidFill>
            <a:srgbClr val="0454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Content Placeholder 4">
            <a:extLst>
              <a:ext uri="{FF2B5EF4-FFF2-40B4-BE49-F238E27FC236}">
                <a16:creationId xmlns:a16="http://schemas.microsoft.com/office/drawing/2014/main" id="{40AC9E66-C96E-2C47-97BA-7E95D1823A5F}"/>
              </a:ext>
            </a:extLst>
          </p:cNvPr>
          <p:cNvSpPr>
            <a:spLocks noGrp="1"/>
          </p:cNvSpPr>
          <p:nvPr>
            <p:ph sz="quarter" idx="11"/>
          </p:nvPr>
        </p:nvSpPr>
        <p:spPr>
          <a:xfrm>
            <a:off x="442061" y="1025783"/>
            <a:ext cx="3183764" cy="4806434"/>
          </a:xfrm>
          <a:prstGeom prst="rect">
            <a:avLst/>
          </a:prstGeom>
        </p:spPr>
        <p:txBody>
          <a:bodyPr lIns="0"/>
          <a:lstStyle>
            <a:lvl1pPr>
              <a:defRPr>
                <a:solidFill>
                  <a:schemeClr val="bg1"/>
                </a:solidFill>
                <a:latin typeface="GT Walsheim Pro" pitchFamily="2" charset="77"/>
              </a:defRPr>
            </a:lvl1pPr>
            <a:lvl2pPr>
              <a:defRPr sz="2400">
                <a:solidFill>
                  <a:schemeClr val="bg1"/>
                </a:solidFill>
                <a:latin typeface="GT Walsheim Pro" pitchFamily="2" charset="77"/>
              </a:defRPr>
            </a:lvl2pPr>
            <a:lvl3pPr>
              <a:defRPr sz="1800">
                <a:solidFill>
                  <a:schemeClr val="bg1"/>
                </a:solidFill>
                <a:latin typeface="GT Walsheim Pro" pitchFamily="2" charset="77"/>
              </a:defRPr>
            </a:lvl3pPr>
            <a:lvl4pPr>
              <a:defRPr>
                <a:latin typeface="GT Walsheim Pro" pitchFamily="2" charset="77"/>
              </a:defRPr>
            </a:lvl4pPr>
            <a:lvl5pPr>
              <a:defRPr>
                <a:latin typeface="GT Walsheim Pro" pitchFamily="2" charset="77"/>
              </a:defRPr>
            </a:lvl5pPr>
          </a:lstStyle>
          <a:p>
            <a:pPr lvl="0"/>
            <a:r>
              <a:rPr lang="en-US"/>
              <a:t>Click to edit Master text styles</a:t>
            </a:r>
          </a:p>
          <a:p>
            <a:pPr lvl="1"/>
            <a:r>
              <a:rPr lang="en-US"/>
              <a:t>Second level</a:t>
            </a:r>
          </a:p>
          <a:p>
            <a:pPr lvl="2"/>
            <a:r>
              <a:rPr lang="en-US"/>
              <a:t>Third level</a:t>
            </a:r>
          </a:p>
        </p:txBody>
      </p:sp>
      <p:pic>
        <p:nvPicPr>
          <p:cNvPr id="12" name="Picture 11" descr="A person sitting on a sofa&#10;&#10;Description automatically generated">
            <a:extLst>
              <a:ext uri="{FF2B5EF4-FFF2-40B4-BE49-F238E27FC236}">
                <a16:creationId xmlns:a16="http://schemas.microsoft.com/office/drawing/2014/main" id="{A5369C7A-DFA6-464F-B6A7-8F45E894EFDA}"/>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4062549" y="0"/>
            <a:ext cx="8129451" cy="6858000"/>
          </a:xfrm>
          <a:prstGeom prst="rect">
            <a:avLst/>
          </a:prstGeom>
        </p:spPr>
      </p:pic>
      <p:grpSp>
        <p:nvGrpSpPr>
          <p:cNvPr id="13" name="Group 12">
            <a:extLst>
              <a:ext uri="{FF2B5EF4-FFF2-40B4-BE49-F238E27FC236}">
                <a16:creationId xmlns:a16="http://schemas.microsoft.com/office/drawing/2014/main" id="{9C6FBDE4-DF12-6047-8D68-1603DEBEF73F}"/>
              </a:ext>
            </a:extLst>
          </p:cNvPr>
          <p:cNvGrpSpPr/>
          <p:nvPr userDrawn="1"/>
        </p:nvGrpSpPr>
        <p:grpSpPr>
          <a:xfrm>
            <a:off x="11275507" y="6413944"/>
            <a:ext cx="639902" cy="165470"/>
            <a:chOff x="2445764" y="377190"/>
            <a:chExt cx="1768077" cy="457200"/>
          </a:xfrm>
        </p:grpSpPr>
        <p:sp>
          <p:nvSpPr>
            <p:cNvPr id="14" name="Right Triangle 13">
              <a:extLst>
                <a:ext uri="{FF2B5EF4-FFF2-40B4-BE49-F238E27FC236}">
                  <a16:creationId xmlns:a16="http://schemas.microsoft.com/office/drawing/2014/main" id="{5B4F6610-4D5A-0042-8901-3E5ED5BBF872}"/>
                </a:ext>
              </a:extLst>
            </p:cNvPr>
            <p:cNvSpPr/>
            <p:nvPr/>
          </p:nvSpPr>
          <p:spPr>
            <a:xfrm rot="16200000">
              <a:off x="3756641" y="377190"/>
              <a:ext cx="457200" cy="457200"/>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C68F7B6-C5DC-884D-B438-546AB6AF8C4B}"/>
                </a:ext>
              </a:extLst>
            </p:cNvPr>
            <p:cNvSpPr/>
            <p:nvPr/>
          </p:nvSpPr>
          <p:spPr>
            <a:xfrm>
              <a:off x="3101202" y="377190"/>
              <a:ext cx="457200" cy="457200"/>
            </a:xfrm>
            <a:prstGeom prst="rect">
              <a:avLst/>
            </a:prstGeom>
            <a:solidFill>
              <a:srgbClr val="0454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10B0BF6D-1CFB-234B-8791-A7E083C0885B}"/>
                </a:ext>
              </a:extLst>
            </p:cNvPr>
            <p:cNvSpPr/>
            <p:nvPr/>
          </p:nvSpPr>
          <p:spPr>
            <a:xfrm>
              <a:off x="2445764" y="377190"/>
              <a:ext cx="457200" cy="4572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 name="Picture 1" descr="A logo with a black background&#10;&#10;AI-generated content may be incorrect.">
            <a:extLst>
              <a:ext uri="{FF2B5EF4-FFF2-40B4-BE49-F238E27FC236}">
                <a16:creationId xmlns:a16="http://schemas.microsoft.com/office/drawing/2014/main" id="{AA6E083E-5E40-5A6A-0919-5E21ECE2115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252549" y="193933"/>
            <a:ext cx="815963" cy="356304"/>
          </a:xfrm>
          <a:prstGeom prst="rect">
            <a:avLst/>
          </a:prstGeom>
        </p:spPr>
      </p:pic>
    </p:spTree>
    <p:extLst>
      <p:ext uri="{BB962C8B-B14F-4D97-AF65-F5344CB8AC3E}">
        <p14:creationId xmlns:p14="http://schemas.microsoft.com/office/powerpoint/2010/main" val="27903046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Break 2">
    <p:spTree>
      <p:nvGrpSpPr>
        <p:cNvPr id="1" name=""/>
        <p:cNvGrpSpPr/>
        <p:nvPr/>
      </p:nvGrpSpPr>
      <p:grpSpPr>
        <a:xfrm>
          <a:off x="0" y="0"/>
          <a:ext cx="0" cy="0"/>
          <a:chOff x="0" y="0"/>
          <a:chExt cx="0" cy="0"/>
        </a:xfrm>
      </p:grpSpPr>
      <p:pic>
        <p:nvPicPr>
          <p:cNvPr id="17" name="Picture 16" descr="A person sitting on a table&#10;&#10;Description automatically generated">
            <a:extLst>
              <a:ext uri="{FF2B5EF4-FFF2-40B4-BE49-F238E27FC236}">
                <a16:creationId xmlns:a16="http://schemas.microsoft.com/office/drawing/2014/main" id="{DBFDFB86-6E01-DA4D-A2EB-22CD1B6F6FC8}"/>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4062549" y="0"/>
            <a:ext cx="8129450" cy="6858000"/>
          </a:xfrm>
          <a:prstGeom prst="rect">
            <a:avLst/>
          </a:prstGeom>
        </p:spPr>
      </p:pic>
      <p:sp>
        <p:nvSpPr>
          <p:cNvPr id="3" name="Rectangle 2">
            <a:extLst>
              <a:ext uri="{FF2B5EF4-FFF2-40B4-BE49-F238E27FC236}">
                <a16:creationId xmlns:a16="http://schemas.microsoft.com/office/drawing/2014/main" id="{1A0EB473-1F5A-3F47-9C8F-63BB79FFBA79}"/>
              </a:ext>
            </a:extLst>
          </p:cNvPr>
          <p:cNvSpPr/>
          <p:nvPr userDrawn="1"/>
        </p:nvSpPr>
        <p:spPr>
          <a:xfrm flipH="1">
            <a:off x="1" y="0"/>
            <a:ext cx="4062548" cy="6858000"/>
          </a:xfrm>
          <a:prstGeom prst="rect">
            <a:avLst/>
          </a:prstGeom>
          <a:solidFill>
            <a:srgbClr val="0454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Content Placeholder 4">
            <a:extLst>
              <a:ext uri="{FF2B5EF4-FFF2-40B4-BE49-F238E27FC236}">
                <a16:creationId xmlns:a16="http://schemas.microsoft.com/office/drawing/2014/main" id="{40AC9E66-C96E-2C47-97BA-7E95D1823A5F}"/>
              </a:ext>
            </a:extLst>
          </p:cNvPr>
          <p:cNvSpPr>
            <a:spLocks noGrp="1"/>
          </p:cNvSpPr>
          <p:nvPr>
            <p:ph sz="quarter" idx="11"/>
          </p:nvPr>
        </p:nvSpPr>
        <p:spPr>
          <a:xfrm>
            <a:off x="442061" y="1025783"/>
            <a:ext cx="3183764" cy="4806434"/>
          </a:xfrm>
          <a:prstGeom prst="rect">
            <a:avLst/>
          </a:prstGeom>
        </p:spPr>
        <p:txBody>
          <a:bodyPr lIns="0"/>
          <a:lstStyle>
            <a:lvl1pPr>
              <a:defRPr>
                <a:solidFill>
                  <a:schemeClr val="bg1"/>
                </a:solidFill>
                <a:latin typeface="GT Walsheim Pro" pitchFamily="2" charset="77"/>
              </a:defRPr>
            </a:lvl1pPr>
            <a:lvl2pPr>
              <a:defRPr sz="2400">
                <a:solidFill>
                  <a:schemeClr val="bg1"/>
                </a:solidFill>
                <a:latin typeface="GT Walsheim Pro" pitchFamily="2" charset="77"/>
              </a:defRPr>
            </a:lvl2pPr>
            <a:lvl3pPr>
              <a:defRPr sz="1800">
                <a:solidFill>
                  <a:schemeClr val="bg1"/>
                </a:solidFill>
                <a:latin typeface="GT Walsheim Pro" pitchFamily="2" charset="77"/>
              </a:defRPr>
            </a:lvl3pPr>
            <a:lvl4pPr>
              <a:defRPr>
                <a:latin typeface="GT Walsheim Pro" pitchFamily="2" charset="77"/>
              </a:defRPr>
            </a:lvl4pPr>
            <a:lvl5pPr>
              <a:defRPr>
                <a:latin typeface="GT Walsheim Pro" pitchFamily="2" charset="77"/>
              </a:defRPr>
            </a:lvl5pPr>
          </a:lstStyle>
          <a:p>
            <a:pPr lvl="0"/>
            <a:r>
              <a:rPr lang="en-US"/>
              <a:t>Click to edit Master text styles</a:t>
            </a:r>
          </a:p>
          <a:p>
            <a:pPr lvl="1"/>
            <a:r>
              <a:rPr lang="en-US"/>
              <a:t>Second level</a:t>
            </a:r>
          </a:p>
          <a:p>
            <a:pPr lvl="2"/>
            <a:r>
              <a:rPr lang="en-US"/>
              <a:t>Third level</a:t>
            </a:r>
          </a:p>
        </p:txBody>
      </p:sp>
      <p:grpSp>
        <p:nvGrpSpPr>
          <p:cNvPr id="13" name="Group 12">
            <a:extLst>
              <a:ext uri="{FF2B5EF4-FFF2-40B4-BE49-F238E27FC236}">
                <a16:creationId xmlns:a16="http://schemas.microsoft.com/office/drawing/2014/main" id="{9C6FBDE4-DF12-6047-8D68-1603DEBEF73F}"/>
              </a:ext>
            </a:extLst>
          </p:cNvPr>
          <p:cNvGrpSpPr/>
          <p:nvPr userDrawn="1"/>
        </p:nvGrpSpPr>
        <p:grpSpPr>
          <a:xfrm>
            <a:off x="11275507" y="6413944"/>
            <a:ext cx="639902" cy="165470"/>
            <a:chOff x="2445764" y="377190"/>
            <a:chExt cx="1768077" cy="457200"/>
          </a:xfrm>
        </p:grpSpPr>
        <p:sp>
          <p:nvSpPr>
            <p:cNvPr id="14" name="Right Triangle 13">
              <a:extLst>
                <a:ext uri="{FF2B5EF4-FFF2-40B4-BE49-F238E27FC236}">
                  <a16:creationId xmlns:a16="http://schemas.microsoft.com/office/drawing/2014/main" id="{5B4F6610-4D5A-0042-8901-3E5ED5BBF872}"/>
                </a:ext>
              </a:extLst>
            </p:cNvPr>
            <p:cNvSpPr/>
            <p:nvPr/>
          </p:nvSpPr>
          <p:spPr>
            <a:xfrm rot="16200000">
              <a:off x="3756641" y="377190"/>
              <a:ext cx="457200" cy="457200"/>
            </a:xfrm>
            <a:prstGeom prst="r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8C68F7B6-C5DC-884D-B438-546AB6AF8C4B}"/>
                </a:ext>
              </a:extLst>
            </p:cNvPr>
            <p:cNvSpPr/>
            <p:nvPr/>
          </p:nvSpPr>
          <p:spPr>
            <a:xfrm>
              <a:off x="3101202" y="377190"/>
              <a:ext cx="457200" cy="457200"/>
            </a:xfrm>
            <a:prstGeom prst="rect">
              <a:avLst/>
            </a:prstGeom>
            <a:solidFill>
              <a:srgbClr val="0454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10B0BF6D-1CFB-234B-8791-A7E083C0885B}"/>
                </a:ext>
              </a:extLst>
            </p:cNvPr>
            <p:cNvSpPr/>
            <p:nvPr/>
          </p:nvSpPr>
          <p:spPr>
            <a:xfrm>
              <a:off x="2445764" y="377190"/>
              <a:ext cx="457200" cy="4572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6" name="Picture 5" descr="A logo with a black background&#10;&#10;AI-generated content may be incorrect.">
            <a:extLst>
              <a:ext uri="{FF2B5EF4-FFF2-40B4-BE49-F238E27FC236}">
                <a16:creationId xmlns:a16="http://schemas.microsoft.com/office/drawing/2014/main" id="{0C9D7610-4DED-5BE3-514C-EC13F6804A3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252549" y="193933"/>
            <a:ext cx="815963" cy="356304"/>
          </a:xfrm>
          <a:prstGeom prst="rect">
            <a:avLst/>
          </a:prstGeom>
        </p:spPr>
      </p:pic>
    </p:spTree>
    <p:extLst>
      <p:ext uri="{BB962C8B-B14F-4D97-AF65-F5344CB8AC3E}">
        <p14:creationId xmlns:p14="http://schemas.microsoft.com/office/powerpoint/2010/main" val="27495030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Break 3">
    <p:spTree>
      <p:nvGrpSpPr>
        <p:cNvPr id="1" name=""/>
        <p:cNvGrpSpPr/>
        <p:nvPr/>
      </p:nvGrpSpPr>
      <p:grpSpPr>
        <a:xfrm>
          <a:off x="0" y="0"/>
          <a:ext cx="0" cy="0"/>
          <a:chOff x="0" y="0"/>
          <a:chExt cx="0" cy="0"/>
        </a:xfrm>
      </p:grpSpPr>
      <p:pic>
        <p:nvPicPr>
          <p:cNvPr id="17" name="Picture 16" descr="A person using a computer sitting on a sofa&#10;&#10;Description automatically generated">
            <a:extLst>
              <a:ext uri="{FF2B5EF4-FFF2-40B4-BE49-F238E27FC236}">
                <a16:creationId xmlns:a16="http://schemas.microsoft.com/office/drawing/2014/main" id="{F29FA45A-3EF9-E841-86C8-2C4901744EAE}"/>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4062549" y="0"/>
            <a:ext cx="8129450" cy="6858000"/>
          </a:xfrm>
          <a:prstGeom prst="rect">
            <a:avLst/>
          </a:prstGeom>
        </p:spPr>
      </p:pic>
      <p:sp>
        <p:nvSpPr>
          <p:cNvPr id="3" name="Rectangle 2">
            <a:extLst>
              <a:ext uri="{FF2B5EF4-FFF2-40B4-BE49-F238E27FC236}">
                <a16:creationId xmlns:a16="http://schemas.microsoft.com/office/drawing/2014/main" id="{1A0EB473-1F5A-3F47-9C8F-63BB79FFBA79}"/>
              </a:ext>
            </a:extLst>
          </p:cNvPr>
          <p:cNvSpPr/>
          <p:nvPr userDrawn="1"/>
        </p:nvSpPr>
        <p:spPr>
          <a:xfrm flipH="1">
            <a:off x="1" y="0"/>
            <a:ext cx="4062548" cy="6858000"/>
          </a:xfrm>
          <a:prstGeom prst="rect">
            <a:avLst/>
          </a:prstGeom>
          <a:solidFill>
            <a:srgbClr val="0454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Content Placeholder 4">
            <a:extLst>
              <a:ext uri="{FF2B5EF4-FFF2-40B4-BE49-F238E27FC236}">
                <a16:creationId xmlns:a16="http://schemas.microsoft.com/office/drawing/2014/main" id="{40AC9E66-C96E-2C47-97BA-7E95D1823A5F}"/>
              </a:ext>
            </a:extLst>
          </p:cNvPr>
          <p:cNvSpPr>
            <a:spLocks noGrp="1"/>
          </p:cNvSpPr>
          <p:nvPr>
            <p:ph sz="quarter" idx="11"/>
          </p:nvPr>
        </p:nvSpPr>
        <p:spPr>
          <a:xfrm>
            <a:off x="442061" y="1025783"/>
            <a:ext cx="3183764" cy="4806434"/>
          </a:xfrm>
          <a:prstGeom prst="rect">
            <a:avLst/>
          </a:prstGeom>
        </p:spPr>
        <p:txBody>
          <a:bodyPr lIns="0"/>
          <a:lstStyle>
            <a:lvl1pPr>
              <a:defRPr>
                <a:solidFill>
                  <a:schemeClr val="bg1"/>
                </a:solidFill>
                <a:latin typeface="GT Walsheim Pro" pitchFamily="2" charset="77"/>
              </a:defRPr>
            </a:lvl1pPr>
            <a:lvl2pPr>
              <a:defRPr sz="2400">
                <a:solidFill>
                  <a:schemeClr val="bg1"/>
                </a:solidFill>
                <a:latin typeface="GT Walsheim Pro" pitchFamily="2" charset="77"/>
              </a:defRPr>
            </a:lvl2pPr>
            <a:lvl3pPr>
              <a:defRPr sz="1800">
                <a:solidFill>
                  <a:schemeClr val="bg1"/>
                </a:solidFill>
                <a:latin typeface="GT Walsheim Pro" pitchFamily="2" charset="77"/>
              </a:defRPr>
            </a:lvl3pPr>
            <a:lvl4pPr>
              <a:defRPr>
                <a:latin typeface="GT Walsheim Pro" pitchFamily="2" charset="77"/>
              </a:defRPr>
            </a:lvl4pPr>
            <a:lvl5pPr>
              <a:defRPr>
                <a:latin typeface="GT Walsheim Pro" pitchFamily="2" charset="77"/>
              </a:defRPr>
            </a:lvl5pPr>
          </a:lstStyle>
          <a:p>
            <a:pPr lvl="0"/>
            <a:r>
              <a:rPr lang="en-US"/>
              <a:t>Click to edit Master text styles</a:t>
            </a:r>
          </a:p>
          <a:p>
            <a:pPr lvl="1"/>
            <a:r>
              <a:rPr lang="en-US"/>
              <a:t>Second level</a:t>
            </a:r>
          </a:p>
          <a:p>
            <a:pPr lvl="2"/>
            <a:r>
              <a:rPr lang="en-US"/>
              <a:t>Third level</a:t>
            </a:r>
          </a:p>
        </p:txBody>
      </p:sp>
      <p:grpSp>
        <p:nvGrpSpPr>
          <p:cNvPr id="13" name="Group 12">
            <a:extLst>
              <a:ext uri="{FF2B5EF4-FFF2-40B4-BE49-F238E27FC236}">
                <a16:creationId xmlns:a16="http://schemas.microsoft.com/office/drawing/2014/main" id="{9C6FBDE4-DF12-6047-8D68-1603DEBEF73F}"/>
              </a:ext>
            </a:extLst>
          </p:cNvPr>
          <p:cNvGrpSpPr/>
          <p:nvPr userDrawn="1"/>
        </p:nvGrpSpPr>
        <p:grpSpPr>
          <a:xfrm>
            <a:off x="11275507" y="6413944"/>
            <a:ext cx="639902" cy="165470"/>
            <a:chOff x="2445764" y="377190"/>
            <a:chExt cx="1768077" cy="457200"/>
          </a:xfrm>
        </p:grpSpPr>
        <p:sp>
          <p:nvSpPr>
            <p:cNvPr id="14" name="Right Triangle 13">
              <a:extLst>
                <a:ext uri="{FF2B5EF4-FFF2-40B4-BE49-F238E27FC236}">
                  <a16:creationId xmlns:a16="http://schemas.microsoft.com/office/drawing/2014/main" id="{5B4F6610-4D5A-0042-8901-3E5ED5BBF872}"/>
                </a:ext>
              </a:extLst>
            </p:cNvPr>
            <p:cNvSpPr/>
            <p:nvPr/>
          </p:nvSpPr>
          <p:spPr>
            <a:xfrm rot="16200000">
              <a:off x="3756641" y="377190"/>
              <a:ext cx="457200" cy="457200"/>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8C68F7B6-C5DC-884D-B438-546AB6AF8C4B}"/>
                </a:ext>
              </a:extLst>
            </p:cNvPr>
            <p:cNvSpPr/>
            <p:nvPr/>
          </p:nvSpPr>
          <p:spPr>
            <a:xfrm>
              <a:off x="3101202" y="377190"/>
              <a:ext cx="457200" cy="457200"/>
            </a:xfrm>
            <a:prstGeom prst="rect">
              <a:avLst/>
            </a:prstGeom>
            <a:solidFill>
              <a:srgbClr val="0454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10B0BF6D-1CFB-234B-8791-A7E083C0885B}"/>
                </a:ext>
              </a:extLst>
            </p:cNvPr>
            <p:cNvSpPr/>
            <p:nvPr/>
          </p:nvSpPr>
          <p:spPr>
            <a:xfrm>
              <a:off x="2445764" y="377190"/>
              <a:ext cx="457200" cy="4572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 name="Picture 1" descr="A logo with a black background&#10;&#10;AI-generated content may be incorrect.">
            <a:extLst>
              <a:ext uri="{FF2B5EF4-FFF2-40B4-BE49-F238E27FC236}">
                <a16:creationId xmlns:a16="http://schemas.microsoft.com/office/drawing/2014/main" id="{C4B3CBE7-FA1A-BCFC-9BAB-6BD8FA0613B6}"/>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252549" y="193933"/>
            <a:ext cx="815963" cy="356304"/>
          </a:xfrm>
          <a:prstGeom prst="rect">
            <a:avLst/>
          </a:prstGeom>
        </p:spPr>
      </p:pic>
    </p:spTree>
    <p:extLst>
      <p:ext uri="{BB962C8B-B14F-4D97-AF65-F5344CB8AC3E}">
        <p14:creationId xmlns:p14="http://schemas.microsoft.com/office/powerpoint/2010/main" val="17980738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hoto Slide 1">
    <p:spTree>
      <p:nvGrpSpPr>
        <p:cNvPr id="1" name=""/>
        <p:cNvGrpSpPr/>
        <p:nvPr/>
      </p:nvGrpSpPr>
      <p:grpSpPr>
        <a:xfrm>
          <a:off x="0" y="0"/>
          <a:ext cx="0" cy="0"/>
          <a:chOff x="0" y="0"/>
          <a:chExt cx="0" cy="0"/>
        </a:xfrm>
      </p:grpSpPr>
      <p:pic>
        <p:nvPicPr>
          <p:cNvPr id="12" name="Picture 11" descr="A person using a computer sitting on a sofa&#10;&#10;Description automatically generated">
            <a:extLst>
              <a:ext uri="{FF2B5EF4-FFF2-40B4-BE49-F238E27FC236}">
                <a16:creationId xmlns:a16="http://schemas.microsoft.com/office/drawing/2014/main" id="{806F0CD7-24AC-E941-8A67-71B45C575474}"/>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4062549" y="0"/>
            <a:ext cx="8129450" cy="6858000"/>
          </a:xfrm>
          <a:prstGeom prst="rect">
            <a:avLst/>
          </a:prstGeom>
        </p:spPr>
      </p:pic>
      <p:grpSp>
        <p:nvGrpSpPr>
          <p:cNvPr id="5" name="Group 4">
            <a:extLst>
              <a:ext uri="{FF2B5EF4-FFF2-40B4-BE49-F238E27FC236}">
                <a16:creationId xmlns:a16="http://schemas.microsoft.com/office/drawing/2014/main" id="{A6CD86A8-E485-5D4C-B9B6-3DA067889229}"/>
              </a:ext>
            </a:extLst>
          </p:cNvPr>
          <p:cNvGrpSpPr/>
          <p:nvPr userDrawn="1"/>
        </p:nvGrpSpPr>
        <p:grpSpPr>
          <a:xfrm>
            <a:off x="11275507" y="6413944"/>
            <a:ext cx="639902" cy="165470"/>
            <a:chOff x="2445764" y="377190"/>
            <a:chExt cx="1768077" cy="457200"/>
          </a:xfrm>
        </p:grpSpPr>
        <p:sp>
          <p:nvSpPr>
            <p:cNvPr id="6" name="Right Triangle 5">
              <a:extLst>
                <a:ext uri="{FF2B5EF4-FFF2-40B4-BE49-F238E27FC236}">
                  <a16:creationId xmlns:a16="http://schemas.microsoft.com/office/drawing/2014/main" id="{C79E924B-7F98-D34F-92F8-22E740C03DD4}"/>
                </a:ext>
              </a:extLst>
            </p:cNvPr>
            <p:cNvSpPr/>
            <p:nvPr/>
          </p:nvSpPr>
          <p:spPr>
            <a:xfrm rot="16200000">
              <a:off x="3756641" y="377190"/>
              <a:ext cx="457200" cy="457200"/>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D915AD23-8F4A-DA43-8CAC-8BAE0EA571AA}"/>
                </a:ext>
              </a:extLst>
            </p:cNvPr>
            <p:cNvSpPr/>
            <p:nvPr/>
          </p:nvSpPr>
          <p:spPr>
            <a:xfrm>
              <a:off x="3101202" y="377190"/>
              <a:ext cx="4572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0FCD498A-F55C-A049-95E3-5CA6EF3B5BF5}"/>
                </a:ext>
              </a:extLst>
            </p:cNvPr>
            <p:cNvSpPr/>
            <p:nvPr/>
          </p:nvSpPr>
          <p:spPr>
            <a:xfrm>
              <a:off x="2445764" y="377190"/>
              <a:ext cx="457200" cy="4572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5AE93BE1-D117-E346-8AD0-9DEFD67AA65C}"/>
              </a:ext>
            </a:extLst>
          </p:cNvPr>
          <p:cNvSpPr/>
          <p:nvPr userDrawn="1"/>
        </p:nvSpPr>
        <p:spPr>
          <a:xfrm>
            <a:off x="242742" y="6340920"/>
            <a:ext cx="1322798" cy="276999"/>
          </a:xfrm>
          <a:prstGeom prst="rect">
            <a:avLst/>
          </a:prstGeom>
        </p:spPr>
        <p:txBody>
          <a:bodyPr wrap="none">
            <a:spAutoFit/>
          </a:bodyPr>
          <a:lstStyle/>
          <a:p>
            <a:r>
              <a:rPr lang="en-US" sz="1200" dirty="0">
                <a:solidFill>
                  <a:schemeClr val="tx1">
                    <a:lumMod val="50000"/>
                    <a:lumOff val="50000"/>
                  </a:schemeClr>
                </a:solidFill>
                <a:latin typeface="GT Walsheim Pro Light" pitchFamily="2" charset="77"/>
                <a:cs typeface="Circular Std" panose="020B0604020101020102" pitchFamily="34" charset="77"/>
              </a:rPr>
              <a:t>&lt;Title&gt; |  Page </a:t>
            </a:r>
            <a:fld id="{CA258039-31C7-BC46-8582-2B7E09B0CC52}" type="slidenum">
              <a:rPr lang="en-US" sz="1200" smtClean="0">
                <a:solidFill>
                  <a:schemeClr val="tx1">
                    <a:lumMod val="50000"/>
                    <a:lumOff val="50000"/>
                  </a:schemeClr>
                </a:solidFill>
                <a:latin typeface="GT Walsheim Pro Light" pitchFamily="2" charset="77"/>
                <a:cs typeface="Circular Std" panose="020B0604020101020102" pitchFamily="34" charset="77"/>
              </a:rPr>
              <a:t>‹#›</a:t>
            </a:fld>
            <a:endParaRPr lang="en-US" sz="1200" dirty="0">
              <a:solidFill>
                <a:schemeClr val="tx1">
                  <a:lumMod val="50000"/>
                  <a:lumOff val="50000"/>
                </a:schemeClr>
              </a:solidFill>
              <a:latin typeface="GT Walsheim Pro Light" pitchFamily="2" charset="77"/>
            </a:endParaRPr>
          </a:p>
        </p:txBody>
      </p:sp>
      <p:sp>
        <p:nvSpPr>
          <p:cNvPr id="11" name="Content Placeholder 4">
            <a:extLst>
              <a:ext uri="{FF2B5EF4-FFF2-40B4-BE49-F238E27FC236}">
                <a16:creationId xmlns:a16="http://schemas.microsoft.com/office/drawing/2014/main" id="{40AC9E66-C96E-2C47-97BA-7E95D1823A5F}"/>
              </a:ext>
            </a:extLst>
          </p:cNvPr>
          <p:cNvSpPr>
            <a:spLocks noGrp="1"/>
          </p:cNvSpPr>
          <p:nvPr>
            <p:ph sz="quarter" idx="11"/>
          </p:nvPr>
        </p:nvSpPr>
        <p:spPr>
          <a:xfrm>
            <a:off x="442061" y="1025783"/>
            <a:ext cx="3183764" cy="4806434"/>
          </a:xfrm>
          <a:prstGeom prst="rect">
            <a:avLst/>
          </a:prstGeom>
        </p:spPr>
        <p:txBody>
          <a:bodyPr lIns="0"/>
          <a:lstStyle>
            <a:lvl1pPr>
              <a:defRPr>
                <a:solidFill>
                  <a:schemeClr val="tx1"/>
                </a:solidFill>
                <a:latin typeface="GT Walsheim Pro" pitchFamily="2" charset="77"/>
              </a:defRPr>
            </a:lvl1pPr>
            <a:lvl2pPr>
              <a:defRPr sz="2400">
                <a:solidFill>
                  <a:schemeClr val="tx1"/>
                </a:solidFill>
                <a:latin typeface="GT Walsheim Pro" pitchFamily="2" charset="77"/>
              </a:defRPr>
            </a:lvl2pPr>
            <a:lvl3pPr>
              <a:defRPr sz="1800">
                <a:solidFill>
                  <a:schemeClr val="tx1"/>
                </a:solidFill>
                <a:latin typeface="GT Walsheim Pro" pitchFamily="2" charset="77"/>
              </a:defRPr>
            </a:lvl3pPr>
            <a:lvl4pPr>
              <a:defRPr>
                <a:latin typeface="GT Walsheim Pro" pitchFamily="2" charset="77"/>
              </a:defRPr>
            </a:lvl4pPr>
            <a:lvl5pPr>
              <a:defRPr>
                <a:latin typeface="GT Walsheim Pro" pitchFamily="2" charset="77"/>
              </a:defRPr>
            </a:lvl5pPr>
          </a:lstStyle>
          <a:p>
            <a:pPr lvl="0"/>
            <a:r>
              <a:rPr lang="en-US"/>
              <a:t>Click to edit Master text styles</a:t>
            </a:r>
          </a:p>
          <a:p>
            <a:pPr lvl="1"/>
            <a:r>
              <a:rPr lang="en-US"/>
              <a:t>Second level</a:t>
            </a:r>
          </a:p>
          <a:p>
            <a:pPr lvl="2"/>
            <a:r>
              <a:rPr lang="en-US"/>
              <a:t>Third level</a:t>
            </a:r>
          </a:p>
        </p:txBody>
      </p:sp>
      <p:pic>
        <p:nvPicPr>
          <p:cNvPr id="2" name="Picture 1" descr="A logo with blue letters&#10;&#10;AI-generated content may be incorrect.">
            <a:extLst>
              <a:ext uri="{FF2B5EF4-FFF2-40B4-BE49-F238E27FC236}">
                <a16:creationId xmlns:a16="http://schemas.microsoft.com/office/drawing/2014/main" id="{5691891D-8074-AEE5-51F9-3C94D897A830}"/>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217989" y="182684"/>
            <a:ext cx="809427" cy="354124"/>
          </a:xfrm>
          <a:prstGeom prst="rect">
            <a:avLst/>
          </a:prstGeom>
        </p:spPr>
      </p:pic>
    </p:spTree>
    <p:extLst>
      <p:ext uri="{BB962C8B-B14F-4D97-AF65-F5344CB8AC3E}">
        <p14:creationId xmlns:p14="http://schemas.microsoft.com/office/powerpoint/2010/main" val="16378436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hoto Slide 2">
    <p:spTree>
      <p:nvGrpSpPr>
        <p:cNvPr id="1" name=""/>
        <p:cNvGrpSpPr/>
        <p:nvPr/>
      </p:nvGrpSpPr>
      <p:grpSpPr>
        <a:xfrm>
          <a:off x="0" y="0"/>
          <a:ext cx="0" cy="0"/>
          <a:chOff x="0" y="0"/>
          <a:chExt cx="0" cy="0"/>
        </a:xfrm>
      </p:grpSpPr>
      <p:pic>
        <p:nvPicPr>
          <p:cNvPr id="10" name="Picture 9" descr="A person sitting on a table&#10;&#10;Description automatically generated">
            <a:extLst>
              <a:ext uri="{FF2B5EF4-FFF2-40B4-BE49-F238E27FC236}">
                <a16:creationId xmlns:a16="http://schemas.microsoft.com/office/drawing/2014/main" id="{B6575AD6-5372-794E-A629-77FEE58F51F3}"/>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a:fillRect/>
          </a:stretch>
        </p:blipFill>
        <p:spPr>
          <a:xfrm flipH="1">
            <a:off x="0" y="0"/>
            <a:ext cx="4065104" cy="6858000"/>
          </a:xfrm>
          <a:prstGeom prst="rect">
            <a:avLst/>
          </a:prstGeom>
        </p:spPr>
      </p:pic>
      <p:sp>
        <p:nvSpPr>
          <p:cNvPr id="3" name="Content Placeholder 4">
            <a:extLst>
              <a:ext uri="{FF2B5EF4-FFF2-40B4-BE49-F238E27FC236}">
                <a16:creationId xmlns:a16="http://schemas.microsoft.com/office/drawing/2014/main" id="{8424F12A-DBA2-1EE1-AF44-650AE6F76020}"/>
              </a:ext>
            </a:extLst>
          </p:cNvPr>
          <p:cNvSpPr>
            <a:spLocks noGrp="1"/>
          </p:cNvSpPr>
          <p:nvPr>
            <p:ph sz="quarter" idx="10"/>
          </p:nvPr>
        </p:nvSpPr>
        <p:spPr>
          <a:xfrm>
            <a:off x="4504609" y="1031229"/>
            <a:ext cx="7245330" cy="4806434"/>
          </a:xfrm>
          <a:prstGeom prst="rect">
            <a:avLst/>
          </a:prstGeom>
        </p:spPr>
        <p:txBody>
          <a:bodyPr lIns="0"/>
          <a:lstStyle>
            <a:lvl1pPr>
              <a:defRPr>
                <a:latin typeface="GT Walsheim Pro" pitchFamily="2" charset="77"/>
              </a:defRPr>
            </a:lvl1pPr>
            <a:lvl2pPr>
              <a:defRPr sz="2400">
                <a:latin typeface="GT Walsheim Pro" pitchFamily="2" charset="77"/>
              </a:defRPr>
            </a:lvl2pPr>
            <a:lvl3pPr>
              <a:defRPr sz="1800">
                <a:latin typeface="GT Walsheim Pro" pitchFamily="2" charset="77"/>
              </a:defRPr>
            </a:lvl3pPr>
            <a:lvl4pPr>
              <a:defRPr>
                <a:latin typeface="GT Walsheim Pro" pitchFamily="2" charset="77"/>
              </a:defRPr>
            </a:lvl4pPr>
            <a:lvl5pPr>
              <a:defRPr>
                <a:latin typeface="GT Walsheim Pro" pitchFamily="2" charset="77"/>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57528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Photo Slide 2">
    <p:spTree>
      <p:nvGrpSpPr>
        <p:cNvPr id="1" name=""/>
        <p:cNvGrpSpPr/>
        <p:nvPr/>
      </p:nvGrpSpPr>
      <p:grpSpPr>
        <a:xfrm>
          <a:off x="0" y="0"/>
          <a:ext cx="0" cy="0"/>
          <a:chOff x="0" y="0"/>
          <a:chExt cx="0" cy="0"/>
        </a:xfrm>
      </p:grpSpPr>
      <p:pic>
        <p:nvPicPr>
          <p:cNvPr id="12" name="Picture 11" descr="A person sitting on a sofa&#10;&#10;Description automatically generated">
            <a:extLst>
              <a:ext uri="{FF2B5EF4-FFF2-40B4-BE49-F238E27FC236}">
                <a16:creationId xmlns:a16="http://schemas.microsoft.com/office/drawing/2014/main" id="{7494BE85-1F14-354B-AA3C-E7F4CF5BC1CD}"/>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4062549" y="0"/>
            <a:ext cx="8129451" cy="6858000"/>
          </a:xfrm>
          <a:prstGeom prst="rect">
            <a:avLst/>
          </a:prstGeom>
        </p:spPr>
      </p:pic>
      <p:sp>
        <p:nvSpPr>
          <p:cNvPr id="11" name="Content Placeholder 4">
            <a:extLst>
              <a:ext uri="{FF2B5EF4-FFF2-40B4-BE49-F238E27FC236}">
                <a16:creationId xmlns:a16="http://schemas.microsoft.com/office/drawing/2014/main" id="{40AC9E66-C96E-2C47-97BA-7E95D1823A5F}"/>
              </a:ext>
            </a:extLst>
          </p:cNvPr>
          <p:cNvSpPr>
            <a:spLocks noGrp="1"/>
          </p:cNvSpPr>
          <p:nvPr>
            <p:ph sz="quarter" idx="11"/>
          </p:nvPr>
        </p:nvSpPr>
        <p:spPr>
          <a:xfrm>
            <a:off x="442061" y="1025783"/>
            <a:ext cx="3183764" cy="4806434"/>
          </a:xfrm>
          <a:prstGeom prst="rect">
            <a:avLst/>
          </a:prstGeom>
        </p:spPr>
        <p:txBody>
          <a:bodyPr lIns="0"/>
          <a:lstStyle>
            <a:lvl1pPr>
              <a:defRPr>
                <a:solidFill>
                  <a:schemeClr val="tx1"/>
                </a:solidFill>
                <a:latin typeface="GT Walsheim Pro" pitchFamily="2" charset="77"/>
              </a:defRPr>
            </a:lvl1pPr>
            <a:lvl2pPr>
              <a:defRPr sz="2400">
                <a:solidFill>
                  <a:schemeClr val="tx1"/>
                </a:solidFill>
                <a:latin typeface="GT Walsheim Pro" pitchFamily="2" charset="77"/>
              </a:defRPr>
            </a:lvl2pPr>
            <a:lvl3pPr>
              <a:defRPr sz="1800">
                <a:solidFill>
                  <a:schemeClr val="tx1"/>
                </a:solidFill>
                <a:latin typeface="GT Walsheim Pro" pitchFamily="2" charset="77"/>
              </a:defRPr>
            </a:lvl3pPr>
            <a:lvl4pPr>
              <a:defRPr>
                <a:latin typeface="GT Walsheim Pro" pitchFamily="2" charset="77"/>
              </a:defRPr>
            </a:lvl4pPr>
            <a:lvl5pPr>
              <a:defRPr>
                <a:latin typeface="GT Walsheim Pro" pitchFamily="2" charset="77"/>
              </a:defRPr>
            </a:lvl5pPr>
          </a:lstStyle>
          <a:p>
            <a:pPr lvl="0"/>
            <a:r>
              <a:rPr lang="en-US"/>
              <a:t>Click to edit Master text styles</a:t>
            </a:r>
          </a:p>
          <a:p>
            <a:pPr lvl="1"/>
            <a:r>
              <a:rPr lang="en-US"/>
              <a:t>Second level</a:t>
            </a:r>
          </a:p>
          <a:p>
            <a:pPr lvl="2"/>
            <a:r>
              <a:rPr lang="en-US"/>
              <a:t>Third level</a:t>
            </a:r>
          </a:p>
        </p:txBody>
      </p:sp>
      <p:grpSp>
        <p:nvGrpSpPr>
          <p:cNvPr id="13" name="Group 12">
            <a:extLst>
              <a:ext uri="{FF2B5EF4-FFF2-40B4-BE49-F238E27FC236}">
                <a16:creationId xmlns:a16="http://schemas.microsoft.com/office/drawing/2014/main" id="{615D0A79-8D95-494E-96CF-26ED5B4589A2}"/>
              </a:ext>
            </a:extLst>
          </p:cNvPr>
          <p:cNvGrpSpPr/>
          <p:nvPr userDrawn="1"/>
        </p:nvGrpSpPr>
        <p:grpSpPr>
          <a:xfrm>
            <a:off x="11275507" y="6413944"/>
            <a:ext cx="639902" cy="165470"/>
            <a:chOff x="2445764" y="377190"/>
            <a:chExt cx="1768077" cy="457200"/>
          </a:xfrm>
        </p:grpSpPr>
        <p:sp>
          <p:nvSpPr>
            <p:cNvPr id="14" name="Right Triangle 13">
              <a:extLst>
                <a:ext uri="{FF2B5EF4-FFF2-40B4-BE49-F238E27FC236}">
                  <a16:creationId xmlns:a16="http://schemas.microsoft.com/office/drawing/2014/main" id="{E3D43AD3-FA8C-8147-862C-906A9DBDE6CB}"/>
                </a:ext>
              </a:extLst>
            </p:cNvPr>
            <p:cNvSpPr/>
            <p:nvPr/>
          </p:nvSpPr>
          <p:spPr>
            <a:xfrm rot="16200000">
              <a:off x="3756641" y="377190"/>
              <a:ext cx="457200" cy="457200"/>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1DC5B02F-21FA-E343-992A-556942375E9A}"/>
                </a:ext>
              </a:extLst>
            </p:cNvPr>
            <p:cNvSpPr/>
            <p:nvPr/>
          </p:nvSpPr>
          <p:spPr>
            <a:xfrm>
              <a:off x="3101202" y="377190"/>
              <a:ext cx="4572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1875FD0-B9EA-8247-926C-7E4E8E24ADB9}"/>
                </a:ext>
              </a:extLst>
            </p:cNvPr>
            <p:cNvSpPr/>
            <p:nvPr/>
          </p:nvSpPr>
          <p:spPr>
            <a:xfrm>
              <a:off x="2445764" y="377190"/>
              <a:ext cx="457200" cy="4572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 name="Picture 1" descr="A logo with blue letters&#10;&#10;AI-generated content may be incorrect.">
            <a:extLst>
              <a:ext uri="{FF2B5EF4-FFF2-40B4-BE49-F238E27FC236}">
                <a16:creationId xmlns:a16="http://schemas.microsoft.com/office/drawing/2014/main" id="{37144E65-B8A9-B6CC-9EEA-326F9B43AF53}"/>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217989" y="182684"/>
            <a:ext cx="809427" cy="354124"/>
          </a:xfrm>
          <a:prstGeom prst="rect">
            <a:avLst/>
          </a:prstGeom>
        </p:spPr>
      </p:pic>
    </p:spTree>
    <p:extLst>
      <p:ext uri="{BB962C8B-B14F-4D97-AF65-F5344CB8AC3E}">
        <p14:creationId xmlns:p14="http://schemas.microsoft.com/office/powerpoint/2010/main" val="17062436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7" name="Content Placeholder 4">
            <a:extLst>
              <a:ext uri="{FF2B5EF4-FFF2-40B4-BE49-F238E27FC236}">
                <a16:creationId xmlns:a16="http://schemas.microsoft.com/office/drawing/2014/main" id="{56099AA4-8BE9-CC48-BD8F-2A55A8468E47}"/>
              </a:ext>
            </a:extLst>
          </p:cNvPr>
          <p:cNvSpPr>
            <a:spLocks noGrp="1"/>
          </p:cNvSpPr>
          <p:nvPr>
            <p:ph sz="quarter" idx="11"/>
          </p:nvPr>
        </p:nvSpPr>
        <p:spPr>
          <a:xfrm>
            <a:off x="442061" y="1025783"/>
            <a:ext cx="11176574" cy="4806434"/>
          </a:xfrm>
          <a:prstGeom prst="rect">
            <a:avLst/>
          </a:prstGeom>
        </p:spPr>
        <p:txBody>
          <a:bodyPr lIns="0"/>
          <a:lstStyle>
            <a:lvl1pPr>
              <a:defRPr>
                <a:latin typeface="GT Walsheim Pro" pitchFamily="2" charset="77"/>
              </a:defRPr>
            </a:lvl1pPr>
            <a:lvl2pPr>
              <a:defRPr sz="2400">
                <a:latin typeface="GT Walsheim Pro" pitchFamily="2" charset="77"/>
              </a:defRPr>
            </a:lvl2pPr>
            <a:lvl3pPr>
              <a:defRPr sz="1800">
                <a:latin typeface="GT Walsheim Pro" pitchFamily="2" charset="77"/>
              </a:defRPr>
            </a:lvl3pPr>
            <a:lvl4pPr>
              <a:defRPr>
                <a:latin typeface="GT Walsheim Pro" pitchFamily="2" charset="77"/>
              </a:defRPr>
            </a:lvl4pPr>
            <a:lvl5pPr>
              <a:defRPr>
                <a:latin typeface="GT Walsheim Pro" pitchFamily="2" charset="77"/>
              </a:defRPr>
            </a:lvl5pPr>
          </a:lstStyle>
          <a:p>
            <a:pPr lvl="0"/>
            <a:r>
              <a:rPr lang="en-US"/>
              <a:t>Click to edit Master text styles</a:t>
            </a:r>
          </a:p>
          <a:p>
            <a:pPr lvl="1"/>
            <a:r>
              <a:rPr lang="en-US"/>
              <a:t>Second level</a:t>
            </a:r>
          </a:p>
          <a:p>
            <a:pPr lvl="2"/>
            <a:r>
              <a:rPr lang="en-US"/>
              <a:t>Third level</a:t>
            </a:r>
          </a:p>
        </p:txBody>
      </p:sp>
      <p:grpSp>
        <p:nvGrpSpPr>
          <p:cNvPr id="9" name="Group 8">
            <a:extLst>
              <a:ext uri="{FF2B5EF4-FFF2-40B4-BE49-F238E27FC236}">
                <a16:creationId xmlns:a16="http://schemas.microsoft.com/office/drawing/2014/main" id="{59CBD0D5-DB3C-444A-AF08-6BFFBCD689CE}"/>
              </a:ext>
            </a:extLst>
          </p:cNvPr>
          <p:cNvGrpSpPr/>
          <p:nvPr userDrawn="1"/>
        </p:nvGrpSpPr>
        <p:grpSpPr>
          <a:xfrm>
            <a:off x="11275507" y="6413944"/>
            <a:ext cx="639902" cy="165470"/>
            <a:chOff x="2445764" y="377190"/>
            <a:chExt cx="1768077" cy="457200"/>
          </a:xfrm>
        </p:grpSpPr>
        <p:sp>
          <p:nvSpPr>
            <p:cNvPr id="10" name="Right Triangle 9">
              <a:extLst>
                <a:ext uri="{FF2B5EF4-FFF2-40B4-BE49-F238E27FC236}">
                  <a16:creationId xmlns:a16="http://schemas.microsoft.com/office/drawing/2014/main" id="{E0A938EB-ED76-A647-ADE6-93E7FE5ADD9B}"/>
                </a:ext>
              </a:extLst>
            </p:cNvPr>
            <p:cNvSpPr/>
            <p:nvPr/>
          </p:nvSpPr>
          <p:spPr>
            <a:xfrm rot="16200000">
              <a:off x="3756641" y="377190"/>
              <a:ext cx="457200" cy="4572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440AA6A-8DBC-D94F-BF05-BCECC797D589}"/>
                </a:ext>
              </a:extLst>
            </p:cNvPr>
            <p:cNvSpPr/>
            <p:nvPr/>
          </p:nvSpPr>
          <p:spPr>
            <a:xfrm>
              <a:off x="3101202" y="377190"/>
              <a:ext cx="4572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15ACF89-9B52-4646-B48D-31B3C8481EB2}"/>
                </a:ext>
              </a:extLst>
            </p:cNvPr>
            <p:cNvSpPr/>
            <p:nvPr/>
          </p:nvSpPr>
          <p:spPr>
            <a:xfrm>
              <a:off x="2445764" y="377190"/>
              <a:ext cx="457200" cy="4572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 name="Picture 1" descr="A logo with blue letters&#10;&#10;AI-generated content may be incorrect.">
            <a:extLst>
              <a:ext uri="{FF2B5EF4-FFF2-40B4-BE49-F238E27FC236}">
                <a16:creationId xmlns:a16="http://schemas.microsoft.com/office/drawing/2014/main" id="{99E53BD8-1A8A-0633-0795-EBAE9E070DD1}"/>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217989" y="182684"/>
            <a:ext cx="809427" cy="354124"/>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
  <p:cSld name="5_Custom Layout">
    <p:spTree>
      <p:nvGrpSpPr>
        <p:cNvPr id="1" name=""/>
        <p:cNvGrpSpPr/>
        <p:nvPr/>
      </p:nvGrpSpPr>
      <p:grpSpPr>
        <a:xfrm>
          <a:off x="0" y="0"/>
          <a:ext cx="0" cy="0"/>
          <a:chOff x="0" y="0"/>
          <a:chExt cx="0" cy="0"/>
        </a:xfrm>
      </p:grpSpPr>
      <p:sp>
        <p:nvSpPr>
          <p:cNvPr id="266" name="Body Level One…"/>
          <p:cNvSpPr txBox="1">
            <a:spLocks noGrp="1"/>
          </p:cNvSpPr>
          <p:nvPr>
            <p:ph type="body" idx="1"/>
          </p:nvPr>
        </p:nvSpPr>
        <p:spPr>
          <a:xfrm>
            <a:off x="442061" y="1209502"/>
            <a:ext cx="11176575" cy="4622716"/>
          </a:xfrm>
          <a:prstGeom prst="rect">
            <a:avLst/>
          </a:prstGeom>
        </p:spPr>
        <p:txBody>
          <a:bodyPr/>
          <a:lstStyle>
            <a:lvl1pPr>
              <a:defRPr>
                <a:latin typeface="GT Walsheim Pro Light"/>
                <a:ea typeface="GT Walsheim Pro Light"/>
                <a:cs typeface="GT Walsheim Pro Light"/>
                <a:sym typeface="GT Walsheim Pro Light"/>
              </a:defRPr>
            </a:lvl1pPr>
            <a:lvl2pPr>
              <a:defRPr>
                <a:latin typeface="GT Walsheim Pro Light"/>
                <a:ea typeface="GT Walsheim Pro Light"/>
                <a:cs typeface="GT Walsheim Pro Light"/>
                <a:sym typeface="GT Walsheim Pro Light"/>
              </a:defRPr>
            </a:lvl2pPr>
            <a:lvl3pPr>
              <a:defRPr>
                <a:latin typeface="GT Walsheim Pro Light"/>
                <a:ea typeface="GT Walsheim Pro Light"/>
                <a:cs typeface="GT Walsheim Pro Light"/>
                <a:sym typeface="GT Walsheim Pro Light"/>
              </a:defRPr>
            </a:lvl3pPr>
            <a:lvl4pPr>
              <a:defRPr>
                <a:latin typeface="GT Walsheim Pro Light"/>
                <a:ea typeface="GT Walsheim Pro Light"/>
                <a:cs typeface="GT Walsheim Pro Light"/>
                <a:sym typeface="GT Walsheim Pro Light"/>
              </a:defRPr>
            </a:lvl4pPr>
            <a:lvl5pPr>
              <a:defRPr>
                <a:latin typeface="GT Walsheim Pro Light"/>
                <a:ea typeface="GT Walsheim Pro Light"/>
                <a:cs typeface="GT Walsheim Pro Light"/>
                <a:sym typeface="GT Walsheim Pro Light"/>
              </a:defRPr>
            </a:lvl5pPr>
          </a:lstStyle>
          <a:p>
            <a:r>
              <a:t>Body Level One</a:t>
            </a:r>
          </a:p>
          <a:p>
            <a:pPr lvl="1"/>
            <a:r>
              <a:t>Body Level Two</a:t>
            </a:r>
          </a:p>
          <a:p>
            <a:pPr lvl="2"/>
            <a:r>
              <a:t>Body Level Three</a:t>
            </a:r>
          </a:p>
          <a:p>
            <a:pPr lvl="3"/>
            <a:r>
              <a:t>Body Level Four</a:t>
            </a:r>
          </a:p>
          <a:p>
            <a:pPr lvl="4"/>
            <a:r>
              <a:t>Body Level Five</a:t>
            </a:r>
          </a:p>
        </p:txBody>
      </p:sp>
      <p:grpSp>
        <p:nvGrpSpPr>
          <p:cNvPr id="270" name="Group 8"/>
          <p:cNvGrpSpPr/>
          <p:nvPr/>
        </p:nvGrpSpPr>
        <p:grpSpPr>
          <a:xfrm>
            <a:off x="11275507" y="6413944"/>
            <a:ext cx="639902" cy="165471"/>
            <a:chOff x="0" y="0"/>
            <a:chExt cx="639901" cy="165470"/>
          </a:xfrm>
        </p:grpSpPr>
        <p:sp>
          <p:nvSpPr>
            <p:cNvPr id="267" name="Right Triangle 9"/>
            <p:cNvSpPr/>
            <p:nvPr/>
          </p:nvSpPr>
          <p:spPr>
            <a:xfrm rot="16200000">
              <a:off x="474431" y="0"/>
              <a:ext cx="165471" cy="16547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0" y="0"/>
                  </a:lnTo>
                  <a:close/>
                </a:path>
              </a:pathLst>
            </a:custGeom>
            <a:solidFill>
              <a:schemeClr val="accent4"/>
            </a:solidFill>
            <a:ln w="12700" cap="flat">
              <a:noFill/>
              <a:miter lim="400000"/>
            </a:ln>
            <a:effectLst/>
          </p:spPr>
          <p:txBody>
            <a:bodyPr wrap="square" lIns="45719" tIns="45719" rIns="45719" bIns="45719" numCol="1" anchor="ctr">
              <a:noAutofit/>
            </a:bodyPr>
            <a:lstStyle/>
            <a:p>
              <a:pPr algn="ctr">
                <a:defRPr>
                  <a:solidFill>
                    <a:srgbClr val="FFFFFF"/>
                  </a:solidFill>
                  <a:latin typeface="GT Walsheim Pro Light"/>
                  <a:ea typeface="GT Walsheim Pro Light"/>
                  <a:cs typeface="GT Walsheim Pro Light"/>
                  <a:sym typeface="GT Walsheim Pro Light"/>
                </a:defRPr>
              </a:pPr>
              <a:endParaRPr/>
            </a:p>
          </p:txBody>
        </p:sp>
        <p:sp>
          <p:nvSpPr>
            <p:cNvPr id="268" name="Rectangle 10"/>
            <p:cNvSpPr/>
            <p:nvPr/>
          </p:nvSpPr>
          <p:spPr>
            <a:xfrm>
              <a:off x="237215" y="0"/>
              <a:ext cx="165470" cy="165470"/>
            </a:xfrm>
            <a:prstGeom prst="rect">
              <a:avLst/>
            </a:prstGeom>
            <a:solidFill>
              <a:schemeClr val="accent2"/>
            </a:solidFill>
            <a:ln w="12700" cap="flat">
              <a:noFill/>
              <a:miter lim="400000"/>
            </a:ln>
            <a:effectLst/>
          </p:spPr>
          <p:txBody>
            <a:bodyPr wrap="square" lIns="45719" tIns="45719" rIns="45719" bIns="45719" numCol="1" anchor="ctr">
              <a:noAutofit/>
            </a:bodyPr>
            <a:lstStyle/>
            <a:p>
              <a:pPr algn="ctr">
                <a:defRPr>
                  <a:solidFill>
                    <a:srgbClr val="FFFFFF"/>
                  </a:solidFill>
                  <a:latin typeface="GT Walsheim Pro Light"/>
                  <a:ea typeface="GT Walsheim Pro Light"/>
                  <a:cs typeface="GT Walsheim Pro Light"/>
                  <a:sym typeface="GT Walsheim Pro Light"/>
                </a:defRPr>
              </a:pPr>
              <a:endParaRPr/>
            </a:p>
          </p:txBody>
        </p:sp>
        <p:sp>
          <p:nvSpPr>
            <p:cNvPr id="269" name="Oval 11"/>
            <p:cNvSpPr/>
            <p:nvPr/>
          </p:nvSpPr>
          <p:spPr>
            <a:xfrm>
              <a:off x="0" y="0"/>
              <a:ext cx="165470" cy="165470"/>
            </a:xfrm>
            <a:prstGeom prst="ellipse">
              <a:avLst/>
            </a:prstGeom>
            <a:solidFill>
              <a:schemeClr val="accent1"/>
            </a:solidFill>
            <a:ln w="12700" cap="flat">
              <a:noFill/>
              <a:miter lim="400000"/>
            </a:ln>
            <a:effectLst/>
          </p:spPr>
          <p:txBody>
            <a:bodyPr wrap="square" lIns="45719" tIns="45719" rIns="45719" bIns="45719" numCol="1" anchor="ctr">
              <a:noAutofit/>
            </a:bodyPr>
            <a:lstStyle/>
            <a:p>
              <a:pPr algn="ctr">
                <a:defRPr>
                  <a:solidFill>
                    <a:srgbClr val="FFFFFF"/>
                  </a:solidFill>
                  <a:latin typeface="GT Walsheim Pro Light"/>
                  <a:ea typeface="GT Walsheim Pro Light"/>
                  <a:cs typeface="GT Walsheim Pro Light"/>
                  <a:sym typeface="GT Walsheim Pro Light"/>
                </a:defRPr>
              </a:pPr>
              <a:endParaRPr/>
            </a:p>
          </p:txBody>
        </p:sp>
      </p:grpSp>
      <p:sp>
        <p:nvSpPr>
          <p:cNvPr id="271" name="Title Text"/>
          <p:cNvSpPr txBox="1">
            <a:spLocks noGrp="1"/>
          </p:cNvSpPr>
          <p:nvPr>
            <p:ph type="title"/>
          </p:nvPr>
        </p:nvSpPr>
        <p:spPr>
          <a:xfrm>
            <a:off x="350402" y="388969"/>
            <a:ext cx="8612745" cy="733378"/>
          </a:xfrm>
          <a:prstGeom prst="rect">
            <a:avLst/>
          </a:prstGeom>
        </p:spPr>
        <p:txBody>
          <a:bodyPr anchor="ctr">
            <a:noAutofit/>
          </a:bodyPr>
          <a:lstStyle>
            <a:lvl1pPr>
              <a:defRPr sz="3200" spc="-109"/>
            </a:lvl1pPr>
          </a:lstStyle>
          <a:p>
            <a:r>
              <a:t>Title Text</a:t>
            </a:r>
          </a:p>
        </p:txBody>
      </p:sp>
      <p:pic>
        <p:nvPicPr>
          <p:cNvPr id="3" name="Picture 2" descr="A logo with blue letters&#10;&#10;AI-generated content may be incorrect.">
            <a:extLst>
              <a:ext uri="{FF2B5EF4-FFF2-40B4-BE49-F238E27FC236}">
                <a16:creationId xmlns:a16="http://schemas.microsoft.com/office/drawing/2014/main" id="{AF914DC6-3646-581B-A192-1E97CF5EA3B2}"/>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217989" y="182684"/>
            <a:ext cx="809427" cy="354124"/>
          </a:xfrm>
          <a:prstGeom prst="rect">
            <a:avLst/>
          </a:prstGeom>
        </p:spPr>
      </p:pic>
    </p:spTree>
    <p:extLst>
      <p:ext uri="{BB962C8B-B14F-4D97-AF65-F5344CB8AC3E}">
        <p14:creationId xmlns:p14="http://schemas.microsoft.com/office/powerpoint/2010/main" val="1386193832"/>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2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FFFFF"/>
          </a:solidFill>
          <a:ln/>
        </p:spPr>
        <p:txBody>
          <a:bodyPr/>
          <a:lstStyle/>
          <a:p>
            <a:endParaRPr lang="en-US"/>
          </a:p>
        </p:txBody>
      </p:sp>
    </p:spTree>
    <p:extLst>
      <p:ext uri="{BB962C8B-B14F-4D97-AF65-F5344CB8AC3E}">
        <p14:creationId xmlns:p14="http://schemas.microsoft.com/office/powerpoint/2010/main" val="32151884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53966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21A3B0F6-683B-654C-A4AF-21DFD04C221F}"/>
              </a:ext>
            </a:extLst>
          </p:cNvPr>
          <p:cNvGrpSpPr/>
          <p:nvPr userDrawn="1"/>
        </p:nvGrpSpPr>
        <p:grpSpPr>
          <a:xfrm>
            <a:off x="7583587" y="0"/>
            <a:ext cx="4623362" cy="6858000"/>
            <a:chOff x="7583587" y="0"/>
            <a:chExt cx="4623362" cy="6858000"/>
          </a:xfrm>
        </p:grpSpPr>
        <p:sp>
          <p:nvSpPr>
            <p:cNvPr id="6" name="Rectangle 5">
              <a:extLst>
                <a:ext uri="{FF2B5EF4-FFF2-40B4-BE49-F238E27FC236}">
                  <a16:creationId xmlns:a16="http://schemas.microsoft.com/office/drawing/2014/main" id="{AC417B20-A9D5-D943-A802-16F2F419CE96}"/>
                </a:ext>
              </a:extLst>
            </p:cNvPr>
            <p:cNvSpPr/>
            <p:nvPr/>
          </p:nvSpPr>
          <p:spPr>
            <a:xfrm>
              <a:off x="7598535" y="0"/>
              <a:ext cx="4593465" cy="3429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8934DC0-695F-4A41-ABE7-4BD8F4F8A560}"/>
                </a:ext>
              </a:extLst>
            </p:cNvPr>
            <p:cNvSpPr/>
            <p:nvPr/>
          </p:nvSpPr>
          <p:spPr>
            <a:xfrm>
              <a:off x="7613484" y="3429000"/>
              <a:ext cx="4593465" cy="3429000"/>
            </a:xfrm>
            <a:prstGeom prst="rect">
              <a:avLst/>
            </a:prstGeom>
            <a:solidFill>
              <a:srgbClr val="D6D6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a:extLst>
                <a:ext uri="{FF2B5EF4-FFF2-40B4-BE49-F238E27FC236}">
                  <a16:creationId xmlns:a16="http://schemas.microsoft.com/office/drawing/2014/main" id="{F33DF488-0CCC-A449-8224-9B2D7CBE2E7D}"/>
                </a:ext>
              </a:extLst>
            </p:cNvPr>
            <p:cNvSpPr/>
            <p:nvPr/>
          </p:nvSpPr>
          <p:spPr>
            <a:xfrm>
              <a:off x="7583587" y="3429000"/>
              <a:ext cx="4593465" cy="3429000"/>
            </a:xfrm>
            <a:prstGeom prst="rtTriangle">
              <a:avLst/>
            </a:prstGeom>
            <a:solidFill>
              <a:srgbClr val="0454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8">
              <a:extLst>
                <a:ext uri="{FF2B5EF4-FFF2-40B4-BE49-F238E27FC236}">
                  <a16:creationId xmlns:a16="http://schemas.microsoft.com/office/drawing/2014/main" id="{FCE24498-1671-3248-8EC2-B6616AFFAB00}"/>
                </a:ext>
              </a:extLst>
            </p:cNvPr>
            <p:cNvSpPr/>
            <p:nvPr/>
          </p:nvSpPr>
          <p:spPr>
            <a:xfrm>
              <a:off x="7613484" y="0"/>
              <a:ext cx="4563568" cy="2281785"/>
            </a:xfrm>
            <a:custGeom>
              <a:avLst/>
              <a:gdLst>
                <a:gd name="connsiteX0" fmla="*/ 0 w 4563568"/>
                <a:gd name="connsiteY0" fmla="*/ 0 h 2281785"/>
                <a:gd name="connsiteX1" fmla="*/ 4563568 w 4563568"/>
                <a:gd name="connsiteY1" fmla="*/ 0 h 2281785"/>
                <a:gd name="connsiteX2" fmla="*/ 4563568 w 4563568"/>
                <a:gd name="connsiteY2" fmla="*/ 1 h 2281785"/>
                <a:gd name="connsiteX3" fmla="*/ 2281784 w 4563568"/>
                <a:gd name="connsiteY3" fmla="*/ 2281785 h 2281785"/>
                <a:gd name="connsiteX4" fmla="*/ 0 w 4563568"/>
                <a:gd name="connsiteY4" fmla="*/ 1 h 2281785"/>
                <a:gd name="connsiteX5" fmla="*/ 0 w 4563568"/>
                <a:gd name="connsiteY5" fmla="*/ 0 h 2281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63568" h="2281785">
                  <a:moveTo>
                    <a:pt x="0" y="0"/>
                  </a:moveTo>
                  <a:lnTo>
                    <a:pt x="4563568" y="0"/>
                  </a:lnTo>
                  <a:lnTo>
                    <a:pt x="4563568" y="1"/>
                  </a:lnTo>
                  <a:cubicBezTo>
                    <a:pt x="4563568" y="1260196"/>
                    <a:pt x="3541979" y="2281785"/>
                    <a:pt x="2281784" y="2281785"/>
                  </a:cubicBezTo>
                  <a:cubicBezTo>
                    <a:pt x="1021589" y="2281785"/>
                    <a:pt x="0" y="1260196"/>
                    <a:pt x="0" y="1"/>
                  </a:cubicBezTo>
                  <a:lnTo>
                    <a:pt x="0" y="0"/>
                  </a:lnTo>
                  <a:close/>
                </a:path>
              </a:pathLst>
            </a:custGeom>
            <a:solidFill>
              <a:srgbClr val="F26C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Rectangle 10">
            <a:extLst>
              <a:ext uri="{FF2B5EF4-FFF2-40B4-BE49-F238E27FC236}">
                <a16:creationId xmlns:a16="http://schemas.microsoft.com/office/drawing/2014/main" id="{4F9CC19F-91DF-C96B-5993-5640E196B604}"/>
              </a:ext>
            </a:extLst>
          </p:cNvPr>
          <p:cNvSpPr/>
          <p:nvPr userDrawn="1"/>
        </p:nvSpPr>
        <p:spPr>
          <a:xfrm>
            <a:off x="-1" y="0"/>
            <a:ext cx="7598535" cy="6858000"/>
          </a:xfrm>
          <a:prstGeom prst="rect">
            <a:avLst/>
          </a:prstGeom>
          <a:solidFill>
            <a:srgbClr val="D6D6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272201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Simple Tit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6D014EB-92BC-7345-A1EB-08EDA8687578}"/>
              </a:ext>
            </a:extLst>
          </p:cNvPr>
          <p:cNvSpPr/>
          <p:nvPr userDrawn="1"/>
        </p:nvSpPr>
        <p:spPr>
          <a:xfrm>
            <a:off x="0" y="0"/>
            <a:ext cx="12192000" cy="6858000"/>
          </a:xfrm>
          <a:prstGeom prst="rect">
            <a:avLst/>
          </a:prstGeom>
          <a:solidFill>
            <a:srgbClr val="2323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DEB28E5-2804-984C-BBBB-CFD71621B21C}"/>
              </a:ext>
            </a:extLst>
          </p:cNvPr>
          <p:cNvSpPr txBox="1">
            <a:spLocks/>
          </p:cNvSpPr>
          <p:nvPr userDrawn="1"/>
        </p:nvSpPr>
        <p:spPr>
          <a:xfrm>
            <a:off x="1841562" y="2127041"/>
            <a:ext cx="7543411" cy="1686836"/>
          </a:xfrm>
          <a:prstGeom prst="rect">
            <a:avLst/>
          </a:prstGeom>
          <a:effectLst/>
        </p:spPr>
        <p:txBody>
          <a:bodyPr vert="horz" lIns="0" tIns="192024" rIns="0" bIns="0" rtlCol="0" anchor="t" anchorCtr="0">
            <a:noAutofit/>
          </a:bodyPr>
          <a:lstStyle>
            <a:lvl1pPr algn="l" defTabSz="914318" rtl="0" eaLnBrk="1" latinLnBrk="0" hangingPunct="1">
              <a:lnSpc>
                <a:spcPct val="80000"/>
              </a:lnSpc>
              <a:spcBef>
                <a:spcPct val="0"/>
              </a:spcBef>
              <a:buNone/>
              <a:defRPr sz="3600" kern="1200" spc="-151" baseline="0">
                <a:solidFill>
                  <a:schemeClr val="tx1"/>
                </a:solidFill>
                <a:latin typeface="+mj-lt"/>
                <a:ea typeface="+mj-ea"/>
                <a:cs typeface="+mj-cs"/>
              </a:defRPr>
            </a:lvl1pPr>
          </a:lstStyle>
          <a:p>
            <a:r>
              <a:rPr lang="en-US" sz="6000" spc="0" dirty="0">
                <a:solidFill>
                  <a:schemeClr val="accent2"/>
                </a:solidFill>
                <a:latin typeface="GT Walsheim Pro" pitchFamily="2" charset="77"/>
                <a:cs typeface="Circular Std Book" panose="020B0604020101020102" pitchFamily="34" charset="77"/>
              </a:rPr>
              <a:t>RiskDX </a:t>
            </a:r>
          </a:p>
          <a:p>
            <a:r>
              <a:rPr lang="en-US" sz="6000" spc="0" dirty="0">
                <a:solidFill>
                  <a:schemeClr val="accent2"/>
                </a:solidFill>
                <a:latin typeface="GT Walsheim Pro" pitchFamily="2" charset="77"/>
                <a:cs typeface="Circular Std Book" panose="020B0604020101020102" pitchFamily="34" charset="77"/>
              </a:rPr>
              <a:t>&lt;Title&gt;</a:t>
            </a:r>
          </a:p>
        </p:txBody>
      </p:sp>
      <p:grpSp>
        <p:nvGrpSpPr>
          <p:cNvPr id="5" name="Group 4">
            <a:extLst>
              <a:ext uri="{FF2B5EF4-FFF2-40B4-BE49-F238E27FC236}">
                <a16:creationId xmlns:a16="http://schemas.microsoft.com/office/drawing/2014/main" id="{0273AA7D-C87D-604B-A7DE-33F82B2B6816}"/>
              </a:ext>
            </a:extLst>
          </p:cNvPr>
          <p:cNvGrpSpPr/>
          <p:nvPr userDrawn="1"/>
        </p:nvGrpSpPr>
        <p:grpSpPr>
          <a:xfrm>
            <a:off x="11275507" y="6413944"/>
            <a:ext cx="639902" cy="165470"/>
            <a:chOff x="2445764" y="377190"/>
            <a:chExt cx="1768077" cy="457200"/>
          </a:xfrm>
        </p:grpSpPr>
        <p:sp>
          <p:nvSpPr>
            <p:cNvPr id="6" name="Right Triangle 5">
              <a:extLst>
                <a:ext uri="{FF2B5EF4-FFF2-40B4-BE49-F238E27FC236}">
                  <a16:creationId xmlns:a16="http://schemas.microsoft.com/office/drawing/2014/main" id="{84D6886A-C38C-6544-8295-19A86B8747FD}"/>
                </a:ext>
              </a:extLst>
            </p:cNvPr>
            <p:cNvSpPr/>
            <p:nvPr/>
          </p:nvSpPr>
          <p:spPr>
            <a:xfrm rot="16200000">
              <a:off x="3756641" y="377190"/>
              <a:ext cx="457200" cy="457200"/>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9E44E000-DD5A-EA49-A2C1-FCE7DDDAD1BE}"/>
                </a:ext>
              </a:extLst>
            </p:cNvPr>
            <p:cNvSpPr/>
            <p:nvPr/>
          </p:nvSpPr>
          <p:spPr>
            <a:xfrm>
              <a:off x="3101202" y="377190"/>
              <a:ext cx="4572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50BAAB90-B863-CD49-889F-F0DD7D5F70C9}"/>
                </a:ext>
              </a:extLst>
            </p:cNvPr>
            <p:cNvSpPr/>
            <p:nvPr/>
          </p:nvSpPr>
          <p:spPr>
            <a:xfrm>
              <a:off x="2445764" y="377190"/>
              <a:ext cx="457200" cy="4572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7CD23E18-FF5A-8140-88B2-3281F2DA6288}"/>
              </a:ext>
            </a:extLst>
          </p:cNvPr>
          <p:cNvSpPr/>
          <p:nvPr userDrawn="1"/>
        </p:nvSpPr>
        <p:spPr>
          <a:xfrm>
            <a:off x="242742" y="180977"/>
            <a:ext cx="870751" cy="369332"/>
          </a:xfrm>
          <a:prstGeom prst="rect">
            <a:avLst/>
          </a:prstGeom>
        </p:spPr>
        <p:txBody>
          <a:bodyPr wrap="none">
            <a:spAutoFit/>
          </a:bodyPr>
          <a:lstStyle/>
          <a:p>
            <a:r>
              <a:rPr lang="en-US" dirty="0">
                <a:solidFill>
                  <a:schemeClr val="accent3">
                    <a:lumMod val="10000"/>
                    <a:lumOff val="90000"/>
                  </a:schemeClr>
                </a:solidFill>
                <a:latin typeface="GT Walsheim Pro" pitchFamily="2" charset="77"/>
                <a:cs typeface="Circular Std" panose="020B0604020101020102" pitchFamily="34" charset="77"/>
              </a:rPr>
              <a:t>riskDX</a:t>
            </a:r>
            <a:endParaRPr lang="en-US" dirty="0">
              <a:solidFill>
                <a:schemeClr val="accent3">
                  <a:lumMod val="10000"/>
                  <a:lumOff val="90000"/>
                </a:schemeClr>
              </a:solidFill>
              <a:latin typeface="GT Walsheim Pro" pitchFamily="2" charset="77"/>
            </a:endParaRPr>
          </a:p>
        </p:txBody>
      </p:sp>
      <p:sp>
        <p:nvSpPr>
          <p:cNvPr id="13" name="Rectangle 12">
            <a:extLst>
              <a:ext uri="{FF2B5EF4-FFF2-40B4-BE49-F238E27FC236}">
                <a16:creationId xmlns:a16="http://schemas.microsoft.com/office/drawing/2014/main" id="{79FD7B07-D8FE-4244-BFFF-74735B81BD0F}"/>
              </a:ext>
            </a:extLst>
          </p:cNvPr>
          <p:cNvSpPr/>
          <p:nvPr userDrawn="1"/>
        </p:nvSpPr>
        <p:spPr>
          <a:xfrm>
            <a:off x="1796801" y="4863700"/>
            <a:ext cx="2824120" cy="1077218"/>
          </a:xfrm>
          <a:prstGeom prst="rect">
            <a:avLst/>
          </a:prstGeom>
        </p:spPr>
        <p:txBody>
          <a:bodyPr wrap="square">
            <a:spAutoFit/>
          </a:bodyPr>
          <a:lstStyle/>
          <a:p>
            <a:pPr marL="0" marR="0" lvl="0" indent="0" algn="l" defTabSz="914330" rtl="0" eaLnBrk="1" fontAlgn="auto" latinLnBrk="0" hangingPunct="1">
              <a:lnSpc>
                <a:spcPct val="100000"/>
              </a:lnSpc>
              <a:spcBef>
                <a:spcPts val="0"/>
              </a:spcBef>
              <a:spcAft>
                <a:spcPts val="0"/>
              </a:spcAft>
              <a:buClrTx/>
              <a:buSzTx/>
              <a:buFontTx/>
              <a:buNone/>
              <a:tabLst/>
              <a:defRPr/>
            </a:pPr>
            <a:r>
              <a:rPr lang="en-US" sz="1600" dirty="0">
                <a:solidFill>
                  <a:schemeClr val="bg1"/>
                </a:solidFill>
                <a:latin typeface="GT Walsheim Pro Light" pitchFamily="2" charset="77"/>
                <a:cs typeface="Circular Std Book" panose="020B0604020101020102" pitchFamily="34" charset="0"/>
              </a:rPr>
              <a:t>Kevin Pledge – Acceptiv</a:t>
            </a:r>
          </a:p>
          <a:p>
            <a:r>
              <a:rPr lang="en-US" sz="1600" dirty="0">
                <a:solidFill>
                  <a:schemeClr val="bg1"/>
                </a:solidFill>
                <a:latin typeface="GT Walsheim Pro Light" pitchFamily="2" charset="77"/>
                <a:cs typeface="Circular Std Book" panose="020B0604020101020102" pitchFamily="34" charset="0"/>
              </a:rPr>
              <a:t>Presenter 2 – Company</a:t>
            </a:r>
          </a:p>
          <a:p>
            <a:endParaRPr lang="en-US" sz="1600" dirty="0">
              <a:solidFill>
                <a:schemeClr val="bg1"/>
              </a:solidFill>
              <a:latin typeface="GT Walsheim Pro Light" pitchFamily="2" charset="77"/>
              <a:cs typeface="Circular Std Book" panose="020B0604020101020102" pitchFamily="34" charset="0"/>
            </a:endParaRPr>
          </a:p>
          <a:p>
            <a:r>
              <a:rPr lang="en-US" sz="1600" dirty="0">
                <a:solidFill>
                  <a:schemeClr val="bg1"/>
                </a:solidFill>
                <a:latin typeface="GT Walsheim Pro Light" pitchFamily="2" charset="77"/>
                <a:cs typeface="Circular Std Book" panose="020B0604020101020102" pitchFamily="34" charset="0"/>
              </a:rPr>
              <a:t>dd </a:t>
            </a:r>
            <a:r>
              <a:rPr lang="en-US" sz="1600" dirty="0" err="1">
                <a:solidFill>
                  <a:schemeClr val="bg1"/>
                </a:solidFill>
                <a:latin typeface="GT Walsheim Pro Light" pitchFamily="2" charset="77"/>
                <a:cs typeface="Circular Std Book" panose="020B0604020101020102" pitchFamily="34" charset="0"/>
              </a:rPr>
              <a:t>mmmm</a:t>
            </a:r>
            <a:r>
              <a:rPr lang="en-US" sz="1600" dirty="0">
                <a:solidFill>
                  <a:schemeClr val="bg1"/>
                </a:solidFill>
                <a:latin typeface="GT Walsheim Pro Light" pitchFamily="2" charset="77"/>
                <a:cs typeface="Circular Std Book" panose="020B0604020101020102" pitchFamily="34" charset="0"/>
              </a:rPr>
              <a:t> YYYY</a:t>
            </a:r>
          </a:p>
        </p:txBody>
      </p:sp>
      <p:sp>
        <p:nvSpPr>
          <p:cNvPr id="14" name="Rectangle 13">
            <a:extLst>
              <a:ext uri="{FF2B5EF4-FFF2-40B4-BE49-F238E27FC236}">
                <a16:creationId xmlns:a16="http://schemas.microsoft.com/office/drawing/2014/main" id="{351D4FE1-02BA-3D4D-BDC5-1D5C99355361}"/>
              </a:ext>
            </a:extLst>
          </p:cNvPr>
          <p:cNvSpPr/>
          <p:nvPr userDrawn="1"/>
        </p:nvSpPr>
        <p:spPr>
          <a:xfrm>
            <a:off x="1796801" y="4169511"/>
            <a:ext cx="3097476" cy="338554"/>
          </a:xfrm>
          <a:prstGeom prst="rect">
            <a:avLst/>
          </a:prstGeom>
        </p:spPr>
        <p:txBody>
          <a:bodyPr wrap="square">
            <a:spAutoFit/>
          </a:bodyPr>
          <a:lstStyle/>
          <a:p>
            <a:r>
              <a:rPr lang="en-US" sz="1600" dirty="0">
                <a:solidFill>
                  <a:schemeClr val="bg1"/>
                </a:solidFill>
                <a:latin typeface="GT Walsheim Pro Light" pitchFamily="2" charset="77"/>
                <a:cs typeface="Circular Std Book" panose="020B0604020101020102" pitchFamily="34" charset="0"/>
              </a:rPr>
              <a:t>Logo for presentation company</a:t>
            </a:r>
          </a:p>
        </p:txBody>
      </p:sp>
    </p:spTree>
    <p:extLst>
      <p:ext uri="{BB962C8B-B14F-4D97-AF65-F5344CB8AC3E}">
        <p14:creationId xmlns:p14="http://schemas.microsoft.com/office/powerpoint/2010/main" val="424804563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ext Slide 1">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B45B840-EF37-BE4B-8008-B4A789C28DBA}"/>
              </a:ext>
            </a:extLst>
          </p:cNvPr>
          <p:cNvSpPr/>
          <p:nvPr userDrawn="1"/>
        </p:nvSpPr>
        <p:spPr>
          <a:xfrm flipH="1">
            <a:off x="8129452" y="0"/>
            <a:ext cx="4062548" cy="6858000"/>
          </a:xfrm>
          <a:prstGeom prst="rect">
            <a:avLst/>
          </a:prstGeom>
          <a:solidFill>
            <a:srgbClr val="0454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 name="Group 4">
            <a:extLst>
              <a:ext uri="{FF2B5EF4-FFF2-40B4-BE49-F238E27FC236}">
                <a16:creationId xmlns:a16="http://schemas.microsoft.com/office/drawing/2014/main" id="{F6AE5D1D-B411-AB46-AB01-FA8E6B7BCEFE}"/>
              </a:ext>
            </a:extLst>
          </p:cNvPr>
          <p:cNvGrpSpPr/>
          <p:nvPr userDrawn="1"/>
        </p:nvGrpSpPr>
        <p:grpSpPr>
          <a:xfrm>
            <a:off x="11275507" y="6413944"/>
            <a:ext cx="639902" cy="165470"/>
            <a:chOff x="2445764" y="377190"/>
            <a:chExt cx="1768077" cy="457200"/>
          </a:xfrm>
        </p:grpSpPr>
        <p:sp>
          <p:nvSpPr>
            <p:cNvPr id="6" name="Right Triangle 5">
              <a:extLst>
                <a:ext uri="{FF2B5EF4-FFF2-40B4-BE49-F238E27FC236}">
                  <a16:creationId xmlns:a16="http://schemas.microsoft.com/office/drawing/2014/main" id="{A3DB32A7-2C27-CD49-8910-9E270FFF5F1B}"/>
                </a:ext>
              </a:extLst>
            </p:cNvPr>
            <p:cNvSpPr/>
            <p:nvPr/>
          </p:nvSpPr>
          <p:spPr>
            <a:xfrm rot="16200000">
              <a:off x="3756641" y="377190"/>
              <a:ext cx="457200" cy="4572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4986F9DA-1910-AB4A-B590-1CFC258130B9}"/>
                </a:ext>
              </a:extLst>
            </p:cNvPr>
            <p:cNvSpPr/>
            <p:nvPr/>
          </p:nvSpPr>
          <p:spPr>
            <a:xfrm>
              <a:off x="3101202" y="377190"/>
              <a:ext cx="457200"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9CA7CCA8-4EDE-1543-9E6C-550FB029F06C}"/>
                </a:ext>
              </a:extLst>
            </p:cNvPr>
            <p:cNvSpPr/>
            <p:nvPr/>
          </p:nvSpPr>
          <p:spPr>
            <a:xfrm>
              <a:off x="2445764" y="377190"/>
              <a:ext cx="457200" cy="4572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Title 1">
            <a:extLst>
              <a:ext uri="{FF2B5EF4-FFF2-40B4-BE49-F238E27FC236}">
                <a16:creationId xmlns:a16="http://schemas.microsoft.com/office/drawing/2014/main" id="{96D70004-EC66-934C-970E-F79EE550E0A2}"/>
              </a:ext>
            </a:extLst>
          </p:cNvPr>
          <p:cNvSpPr txBox="1">
            <a:spLocks/>
          </p:cNvSpPr>
          <p:nvPr userDrawn="1"/>
        </p:nvSpPr>
        <p:spPr>
          <a:xfrm>
            <a:off x="1529620" y="1616536"/>
            <a:ext cx="5342063" cy="3724898"/>
          </a:xfrm>
          <a:prstGeom prst="rect">
            <a:avLst/>
          </a:prstGeom>
          <a:effectLst/>
        </p:spPr>
        <p:txBody>
          <a:bodyPr vert="horz" lIns="0" tIns="192024" rIns="0" bIns="0" rtlCol="0" anchor="t" anchorCtr="0">
            <a:noAutofit/>
          </a:bodyPr>
          <a:lstStyle>
            <a:lvl1pPr algn="l" defTabSz="914318" rtl="0" eaLnBrk="1" latinLnBrk="0" hangingPunct="1">
              <a:lnSpc>
                <a:spcPct val="80000"/>
              </a:lnSpc>
              <a:spcBef>
                <a:spcPct val="0"/>
              </a:spcBef>
              <a:buNone/>
              <a:defRPr sz="3600" kern="1200" spc="-151" baseline="0">
                <a:solidFill>
                  <a:schemeClr val="tx1"/>
                </a:solidFill>
                <a:latin typeface="+mj-lt"/>
                <a:ea typeface="+mj-ea"/>
                <a:cs typeface="+mj-cs"/>
              </a:defRPr>
            </a:lvl1pPr>
          </a:lstStyle>
          <a:p>
            <a:endParaRPr lang="en-US" sz="4000" spc="0" dirty="0">
              <a:solidFill>
                <a:schemeClr val="accent3"/>
              </a:solidFill>
              <a:latin typeface="GT Walsheim Pro" pitchFamily="2" charset="77"/>
              <a:cs typeface="Circular Std" panose="020B0604020101020102" pitchFamily="34" charset="77"/>
            </a:endParaRPr>
          </a:p>
        </p:txBody>
      </p:sp>
      <p:sp>
        <p:nvSpPr>
          <p:cNvPr id="11" name="Title 1">
            <a:extLst>
              <a:ext uri="{FF2B5EF4-FFF2-40B4-BE49-F238E27FC236}">
                <a16:creationId xmlns:a16="http://schemas.microsoft.com/office/drawing/2014/main" id="{318B98AE-9E68-7341-86F7-7306B12F05B3}"/>
              </a:ext>
            </a:extLst>
          </p:cNvPr>
          <p:cNvSpPr txBox="1">
            <a:spLocks/>
          </p:cNvSpPr>
          <p:nvPr userDrawn="1"/>
        </p:nvSpPr>
        <p:spPr>
          <a:xfrm>
            <a:off x="8983128" y="1103350"/>
            <a:ext cx="2457849" cy="4504074"/>
          </a:xfrm>
          <a:prstGeom prst="rect">
            <a:avLst/>
          </a:prstGeom>
          <a:effectLst/>
        </p:spPr>
        <p:txBody>
          <a:bodyPr vert="horz" lIns="0" tIns="192024" rIns="0" bIns="0" rtlCol="0" anchor="t" anchorCtr="0">
            <a:noAutofit/>
          </a:bodyPr>
          <a:lstStyle>
            <a:lvl1pPr algn="l" defTabSz="914318" rtl="0" eaLnBrk="1" latinLnBrk="0" hangingPunct="1">
              <a:lnSpc>
                <a:spcPct val="80000"/>
              </a:lnSpc>
              <a:spcBef>
                <a:spcPct val="0"/>
              </a:spcBef>
              <a:buNone/>
              <a:defRPr sz="3600" kern="1200" spc="-151" baseline="0">
                <a:solidFill>
                  <a:schemeClr val="tx1"/>
                </a:solidFill>
                <a:latin typeface="+mj-lt"/>
                <a:ea typeface="+mj-ea"/>
                <a:cs typeface="+mj-cs"/>
              </a:defRPr>
            </a:lvl1pPr>
          </a:lstStyle>
          <a:p>
            <a:pPr>
              <a:lnSpc>
                <a:spcPct val="100000"/>
              </a:lnSpc>
              <a:spcAft>
                <a:spcPts val="1200"/>
              </a:spcAft>
            </a:pPr>
            <a:endParaRPr lang="en-US" sz="1400" spc="0" dirty="0">
              <a:solidFill>
                <a:schemeClr val="accent3"/>
              </a:solidFill>
              <a:latin typeface="GT Walsheim Pro Light" pitchFamily="2" charset="77"/>
              <a:cs typeface="Circular Std" panose="020B0604020101020102" pitchFamily="34" charset="77"/>
            </a:endParaRPr>
          </a:p>
        </p:txBody>
      </p:sp>
      <p:sp>
        <p:nvSpPr>
          <p:cNvPr id="16" name="Content Placeholder 4">
            <a:extLst>
              <a:ext uri="{FF2B5EF4-FFF2-40B4-BE49-F238E27FC236}">
                <a16:creationId xmlns:a16="http://schemas.microsoft.com/office/drawing/2014/main" id="{74AAC3C2-2EF2-234A-ABBD-3DB6ACD9A85D}"/>
              </a:ext>
            </a:extLst>
          </p:cNvPr>
          <p:cNvSpPr>
            <a:spLocks noGrp="1"/>
          </p:cNvSpPr>
          <p:nvPr>
            <p:ph sz="quarter" idx="10"/>
          </p:nvPr>
        </p:nvSpPr>
        <p:spPr>
          <a:xfrm>
            <a:off x="8566175" y="1031229"/>
            <a:ext cx="3183764" cy="4806434"/>
          </a:xfrm>
          <a:prstGeom prst="rect">
            <a:avLst/>
          </a:prstGeom>
        </p:spPr>
        <p:txBody>
          <a:bodyPr lIns="0"/>
          <a:lstStyle>
            <a:lvl1pPr>
              <a:defRPr>
                <a:solidFill>
                  <a:schemeClr val="bg1"/>
                </a:solidFill>
                <a:latin typeface="GT Walsheim Pro" pitchFamily="2" charset="77"/>
              </a:defRPr>
            </a:lvl1pPr>
            <a:lvl2pPr>
              <a:defRPr sz="2400">
                <a:solidFill>
                  <a:schemeClr val="bg1"/>
                </a:solidFill>
                <a:latin typeface="GT Walsheim Pro" pitchFamily="2" charset="77"/>
              </a:defRPr>
            </a:lvl2pPr>
            <a:lvl3pPr>
              <a:defRPr sz="1800">
                <a:solidFill>
                  <a:schemeClr val="bg1"/>
                </a:solidFill>
                <a:latin typeface="GT Walsheim Pro" pitchFamily="2" charset="77"/>
              </a:defRPr>
            </a:lvl3pPr>
            <a:lvl4pPr>
              <a:defRPr>
                <a:latin typeface="GT Walsheim Pro" pitchFamily="2" charset="77"/>
              </a:defRPr>
            </a:lvl4pPr>
            <a:lvl5pPr>
              <a:defRPr>
                <a:latin typeface="GT Walsheim Pro" pitchFamily="2" charset="77"/>
              </a:defRPr>
            </a:lvl5pPr>
          </a:lstStyle>
          <a:p>
            <a:pPr lvl="0"/>
            <a:r>
              <a:rPr lang="en-US"/>
              <a:t>Click to edit Master text styles</a:t>
            </a:r>
          </a:p>
          <a:p>
            <a:pPr lvl="1"/>
            <a:r>
              <a:rPr lang="en-US"/>
              <a:t>Second level</a:t>
            </a:r>
          </a:p>
          <a:p>
            <a:pPr lvl="2"/>
            <a:r>
              <a:rPr lang="en-US"/>
              <a:t>Third level</a:t>
            </a:r>
          </a:p>
        </p:txBody>
      </p:sp>
      <p:sp>
        <p:nvSpPr>
          <p:cNvPr id="17" name="Content Placeholder 4">
            <a:extLst>
              <a:ext uri="{FF2B5EF4-FFF2-40B4-BE49-F238E27FC236}">
                <a16:creationId xmlns:a16="http://schemas.microsoft.com/office/drawing/2014/main" id="{B413B6CF-356F-5043-AF17-336BD9A5E51A}"/>
              </a:ext>
            </a:extLst>
          </p:cNvPr>
          <p:cNvSpPr>
            <a:spLocks noGrp="1"/>
          </p:cNvSpPr>
          <p:nvPr>
            <p:ph sz="quarter" idx="11"/>
          </p:nvPr>
        </p:nvSpPr>
        <p:spPr>
          <a:xfrm>
            <a:off x="751022" y="1025783"/>
            <a:ext cx="6675689" cy="4806434"/>
          </a:xfrm>
          <a:prstGeom prst="rect">
            <a:avLst/>
          </a:prstGeom>
        </p:spPr>
        <p:txBody>
          <a:bodyPr lIns="0"/>
          <a:lstStyle>
            <a:lvl1pPr>
              <a:defRPr>
                <a:latin typeface="GT Walsheim Pro" pitchFamily="2" charset="77"/>
              </a:defRPr>
            </a:lvl1pPr>
            <a:lvl2pPr>
              <a:defRPr sz="2400">
                <a:latin typeface="GT Walsheim Pro" pitchFamily="2" charset="77"/>
              </a:defRPr>
            </a:lvl2pPr>
            <a:lvl3pPr>
              <a:defRPr sz="1800">
                <a:latin typeface="GT Walsheim Pro" pitchFamily="2" charset="77"/>
              </a:defRPr>
            </a:lvl3pPr>
            <a:lvl4pPr>
              <a:defRPr>
                <a:latin typeface="GT Walsheim Pro" pitchFamily="2" charset="77"/>
              </a:defRPr>
            </a:lvl4pPr>
            <a:lvl5pPr>
              <a:defRPr>
                <a:latin typeface="GT Walsheim Pro" pitchFamily="2" charset="77"/>
              </a:defRPr>
            </a:lvl5pPr>
          </a:lstStyle>
          <a:p>
            <a:pPr lvl="0"/>
            <a:r>
              <a:rPr lang="en-US"/>
              <a:t>Click to edit Master text styles</a:t>
            </a:r>
          </a:p>
          <a:p>
            <a:pPr lvl="1"/>
            <a:r>
              <a:rPr lang="en-US"/>
              <a:t>Second level</a:t>
            </a:r>
          </a:p>
          <a:p>
            <a:pPr lvl="2"/>
            <a:r>
              <a:rPr lang="en-US"/>
              <a:t>Third level</a:t>
            </a:r>
          </a:p>
        </p:txBody>
      </p:sp>
      <p:pic>
        <p:nvPicPr>
          <p:cNvPr id="2" name="Picture 1" descr="A logo with blue letters&#10;&#10;AI-generated content may be incorrect.">
            <a:extLst>
              <a:ext uri="{FF2B5EF4-FFF2-40B4-BE49-F238E27FC236}">
                <a16:creationId xmlns:a16="http://schemas.microsoft.com/office/drawing/2014/main" id="{5564400C-DB18-B4FF-DD6F-09C24D196911}"/>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08961" y="136783"/>
            <a:ext cx="869250" cy="380297"/>
          </a:xfrm>
          <a:prstGeom prst="rect">
            <a:avLst/>
          </a:prstGeom>
        </p:spPr>
      </p:pic>
    </p:spTree>
    <p:extLst>
      <p:ext uri="{BB962C8B-B14F-4D97-AF65-F5344CB8AC3E}">
        <p14:creationId xmlns:p14="http://schemas.microsoft.com/office/powerpoint/2010/main" val="2340697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A0EB473-1F5A-3F47-9C8F-63BB79FFBA79}"/>
              </a:ext>
            </a:extLst>
          </p:cNvPr>
          <p:cNvSpPr/>
          <p:nvPr userDrawn="1"/>
        </p:nvSpPr>
        <p:spPr>
          <a:xfrm flipH="1">
            <a:off x="1" y="0"/>
            <a:ext cx="4062548" cy="6858000"/>
          </a:xfrm>
          <a:prstGeom prst="rect">
            <a:avLst/>
          </a:prstGeom>
          <a:solidFill>
            <a:srgbClr val="0454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 name="Group 4">
            <a:extLst>
              <a:ext uri="{FF2B5EF4-FFF2-40B4-BE49-F238E27FC236}">
                <a16:creationId xmlns:a16="http://schemas.microsoft.com/office/drawing/2014/main" id="{A6CD86A8-E485-5D4C-B9B6-3DA067889229}"/>
              </a:ext>
            </a:extLst>
          </p:cNvPr>
          <p:cNvGrpSpPr/>
          <p:nvPr userDrawn="1"/>
        </p:nvGrpSpPr>
        <p:grpSpPr>
          <a:xfrm>
            <a:off x="11275507" y="6413944"/>
            <a:ext cx="639902" cy="165470"/>
            <a:chOff x="2445764" y="377190"/>
            <a:chExt cx="1768077" cy="457200"/>
          </a:xfrm>
        </p:grpSpPr>
        <p:sp>
          <p:nvSpPr>
            <p:cNvPr id="6" name="Right Triangle 5">
              <a:extLst>
                <a:ext uri="{FF2B5EF4-FFF2-40B4-BE49-F238E27FC236}">
                  <a16:creationId xmlns:a16="http://schemas.microsoft.com/office/drawing/2014/main" id="{C79E924B-7F98-D34F-92F8-22E740C03DD4}"/>
                </a:ext>
              </a:extLst>
            </p:cNvPr>
            <p:cNvSpPr/>
            <p:nvPr/>
          </p:nvSpPr>
          <p:spPr>
            <a:xfrm rot="16200000">
              <a:off x="3756641" y="377190"/>
              <a:ext cx="457200" cy="4572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915AD23-8F4A-DA43-8CAC-8BAE0EA571AA}"/>
                </a:ext>
              </a:extLst>
            </p:cNvPr>
            <p:cNvSpPr/>
            <p:nvPr/>
          </p:nvSpPr>
          <p:spPr>
            <a:xfrm>
              <a:off x="3101202" y="377190"/>
              <a:ext cx="457200" cy="457200"/>
            </a:xfrm>
            <a:prstGeom prst="rect">
              <a:avLst/>
            </a:prstGeom>
            <a:solidFill>
              <a:srgbClr val="0454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0FCD498A-F55C-A049-95E3-5CA6EF3B5BF5}"/>
                </a:ext>
              </a:extLst>
            </p:cNvPr>
            <p:cNvSpPr/>
            <p:nvPr/>
          </p:nvSpPr>
          <p:spPr>
            <a:xfrm>
              <a:off x="2445764" y="377190"/>
              <a:ext cx="457200" cy="4572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Content Placeholder 4">
            <a:extLst>
              <a:ext uri="{FF2B5EF4-FFF2-40B4-BE49-F238E27FC236}">
                <a16:creationId xmlns:a16="http://schemas.microsoft.com/office/drawing/2014/main" id="{5B0C4186-BA54-A042-A1E3-90C9B50FA5A0}"/>
              </a:ext>
            </a:extLst>
          </p:cNvPr>
          <p:cNvSpPr>
            <a:spLocks noGrp="1"/>
          </p:cNvSpPr>
          <p:nvPr>
            <p:ph sz="quarter" idx="10"/>
          </p:nvPr>
        </p:nvSpPr>
        <p:spPr>
          <a:xfrm>
            <a:off x="4504609" y="1031229"/>
            <a:ext cx="7245330" cy="4806434"/>
          </a:xfrm>
          <a:prstGeom prst="rect">
            <a:avLst/>
          </a:prstGeom>
        </p:spPr>
        <p:txBody>
          <a:bodyPr lIns="0"/>
          <a:lstStyle>
            <a:lvl1pPr>
              <a:defRPr>
                <a:latin typeface="GT Walsheim Pro" pitchFamily="2" charset="77"/>
              </a:defRPr>
            </a:lvl1pPr>
            <a:lvl2pPr>
              <a:defRPr sz="2400">
                <a:latin typeface="GT Walsheim Pro" pitchFamily="2" charset="77"/>
              </a:defRPr>
            </a:lvl2pPr>
            <a:lvl3pPr>
              <a:defRPr sz="1800">
                <a:latin typeface="GT Walsheim Pro" pitchFamily="2" charset="77"/>
              </a:defRPr>
            </a:lvl3pPr>
            <a:lvl4pPr>
              <a:defRPr>
                <a:latin typeface="GT Walsheim Pro" pitchFamily="2" charset="77"/>
              </a:defRPr>
            </a:lvl4pPr>
            <a:lvl5pPr>
              <a:defRPr>
                <a:latin typeface="GT Walsheim Pro" pitchFamily="2" charset="77"/>
              </a:defRPr>
            </a:lvl5pPr>
          </a:lstStyle>
          <a:p>
            <a:pPr lvl="0"/>
            <a:r>
              <a:rPr lang="en-US"/>
              <a:t>Click to edit Master text styles</a:t>
            </a:r>
          </a:p>
          <a:p>
            <a:pPr lvl="1"/>
            <a:r>
              <a:rPr lang="en-US"/>
              <a:t>Second level</a:t>
            </a:r>
          </a:p>
          <a:p>
            <a:pPr lvl="2"/>
            <a:r>
              <a:rPr lang="en-US"/>
              <a:t>Third level</a:t>
            </a:r>
          </a:p>
        </p:txBody>
      </p:sp>
      <p:sp>
        <p:nvSpPr>
          <p:cNvPr id="11" name="Content Placeholder 4">
            <a:extLst>
              <a:ext uri="{FF2B5EF4-FFF2-40B4-BE49-F238E27FC236}">
                <a16:creationId xmlns:a16="http://schemas.microsoft.com/office/drawing/2014/main" id="{40AC9E66-C96E-2C47-97BA-7E95D1823A5F}"/>
              </a:ext>
            </a:extLst>
          </p:cNvPr>
          <p:cNvSpPr>
            <a:spLocks noGrp="1"/>
          </p:cNvSpPr>
          <p:nvPr>
            <p:ph sz="quarter" idx="11"/>
          </p:nvPr>
        </p:nvSpPr>
        <p:spPr>
          <a:xfrm>
            <a:off x="442061" y="1025783"/>
            <a:ext cx="3183764" cy="4806434"/>
          </a:xfrm>
          <a:prstGeom prst="rect">
            <a:avLst/>
          </a:prstGeom>
        </p:spPr>
        <p:txBody>
          <a:bodyPr lIns="0"/>
          <a:lstStyle>
            <a:lvl1pPr>
              <a:defRPr>
                <a:solidFill>
                  <a:schemeClr val="bg1"/>
                </a:solidFill>
                <a:latin typeface="GT Walsheim Pro" pitchFamily="2" charset="77"/>
              </a:defRPr>
            </a:lvl1pPr>
            <a:lvl2pPr>
              <a:defRPr sz="2400">
                <a:solidFill>
                  <a:schemeClr val="bg1"/>
                </a:solidFill>
                <a:latin typeface="GT Walsheim Pro" pitchFamily="2" charset="77"/>
              </a:defRPr>
            </a:lvl2pPr>
            <a:lvl3pPr>
              <a:defRPr sz="1800">
                <a:solidFill>
                  <a:schemeClr val="bg1"/>
                </a:solidFill>
                <a:latin typeface="GT Walsheim Pro" pitchFamily="2" charset="77"/>
              </a:defRPr>
            </a:lvl3pPr>
            <a:lvl4pPr>
              <a:defRPr>
                <a:latin typeface="GT Walsheim Pro" pitchFamily="2" charset="77"/>
              </a:defRPr>
            </a:lvl4pPr>
            <a:lvl5pPr>
              <a:defRPr>
                <a:latin typeface="GT Walsheim Pro" pitchFamily="2" charset="77"/>
              </a:defRPr>
            </a:lvl5pPr>
          </a:lstStyle>
          <a:p>
            <a:pPr lvl="0"/>
            <a:r>
              <a:rPr lang="en-US"/>
              <a:t>Click to edit Master text styles</a:t>
            </a:r>
          </a:p>
          <a:p>
            <a:pPr lvl="1"/>
            <a:r>
              <a:rPr lang="en-US"/>
              <a:t>Second level</a:t>
            </a:r>
          </a:p>
          <a:p>
            <a:pPr lvl="2"/>
            <a:r>
              <a:rPr lang="en-US"/>
              <a:t>Third level</a:t>
            </a:r>
          </a:p>
        </p:txBody>
      </p:sp>
      <p:pic>
        <p:nvPicPr>
          <p:cNvPr id="2" name="Picture 1" descr="A logo with a black background&#10;&#10;AI-generated content may be incorrect.">
            <a:extLst>
              <a:ext uri="{FF2B5EF4-FFF2-40B4-BE49-F238E27FC236}">
                <a16:creationId xmlns:a16="http://schemas.microsoft.com/office/drawing/2014/main" id="{F4EE19A5-893C-FE1A-DC0B-9B9ACF69E555}"/>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252549" y="193933"/>
            <a:ext cx="815963" cy="356304"/>
          </a:xfrm>
          <a:prstGeom prst="rect">
            <a:avLst/>
          </a:prstGeom>
        </p:spPr>
      </p:pic>
    </p:spTree>
    <p:extLst>
      <p:ext uri="{BB962C8B-B14F-4D97-AF65-F5344CB8AC3E}">
        <p14:creationId xmlns:p14="http://schemas.microsoft.com/office/powerpoint/2010/main" val="323702476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xt Slide 3">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9059489A-BC83-7145-8AA2-BF7D181B1642}"/>
              </a:ext>
            </a:extLst>
          </p:cNvPr>
          <p:cNvSpPr/>
          <p:nvPr userDrawn="1"/>
        </p:nvSpPr>
        <p:spPr>
          <a:xfrm>
            <a:off x="4062549" y="0"/>
            <a:ext cx="8129451" cy="6858000"/>
          </a:xfrm>
          <a:prstGeom prst="rect">
            <a:avLst/>
          </a:prstGeom>
          <a:solidFill>
            <a:srgbClr val="0454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F6AE5D1D-B411-AB46-AB01-FA8E6B7BCEFE}"/>
              </a:ext>
            </a:extLst>
          </p:cNvPr>
          <p:cNvGrpSpPr/>
          <p:nvPr userDrawn="1"/>
        </p:nvGrpSpPr>
        <p:grpSpPr>
          <a:xfrm>
            <a:off x="11275507" y="6413944"/>
            <a:ext cx="639902" cy="165470"/>
            <a:chOff x="2445764" y="377190"/>
            <a:chExt cx="1768077" cy="457200"/>
          </a:xfrm>
        </p:grpSpPr>
        <p:sp>
          <p:nvSpPr>
            <p:cNvPr id="6" name="Right Triangle 5">
              <a:extLst>
                <a:ext uri="{FF2B5EF4-FFF2-40B4-BE49-F238E27FC236}">
                  <a16:creationId xmlns:a16="http://schemas.microsoft.com/office/drawing/2014/main" id="{A3DB32A7-2C27-CD49-8910-9E270FFF5F1B}"/>
                </a:ext>
              </a:extLst>
            </p:cNvPr>
            <p:cNvSpPr/>
            <p:nvPr/>
          </p:nvSpPr>
          <p:spPr>
            <a:xfrm rot="16200000">
              <a:off x="3756641" y="377190"/>
              <a:ext cx="457200" cy="4572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4986F9DA-1910-AB4A-B590-1CFC258130B9}"/>
                </a:ext>
              </a:extLst>
            </p:cNvPr>
            <p:cNvSpPr/>
            <p:nvPr/>
          </p:nvSpPr>
          <p:spPr>
            <a:xfrm>
              <a:off x="3101202" y="377190"/>
              <a:ext cx="457200"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9CA7CCA8-4EDE-1543-9E6C-550FB029F06C}"/>
                </a:ext>
              </a:extLst>
            </p:cNvPr>
            <p:cNvSpPr/>
            <p:nvPr/>
          </p:nvSpPr>
          <p:spPr>
            <a:xfrm>
              <a:off x="2445764" y="377190"/>
              <a:ext cx="457200" cy="4572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Title 1">
            <a:extLst>
              <a:ext uri="{FF2B5EF4-FFF2-40B4-BE49-F238E27FC236}">
                <a16:creationId xmlns:a16="http://schemas.microsoft.com/office/drawing/2014/main" id="{96D70004-EC66-934C-970E-F79EE550E0A2}"/>
              </a:ext>
            </a:extLst>
          </p:cNvPr>
          <p:cNvSpPr txBox="1">
            <a:spLocks/>
          </p:cNvSpPr>
          <p:nvPr userDrawn="1"/>
        </p:nvSpPr>
        <p:spPr>
          <a:xfrm>
            <a:off x="1529620" y="1616536"/>
            <a:ext cx="5342063" cy="3724898"/>
          </a:xfrm>
          <a:prstGeom prst="rect">
            <a:avLst/>
          </a:prstGeom>
          <a:effectLst/>
        </p:spPr>
        <p:txBody>
          <a:bodyPr vert="horz" lIns="0" tIns="192024" rIns="0" bIns="0" rtlCol="0" anchor="t" anchorCtr="0">
            <a:noAutofit/>
          </a:bodyPr>
          <a:lstStyle>
            <a:lvl1pPr algn="l" defTabSz="914318" rtl="0" eaLnBrk="1" latinLnBrk="0" hangingPunct="1">
              <a:lnSpc>
                <a:spcPct val="80000"/>
              </a:lnSpc>
              <a:spcBef>
                <a:spcPct val="0"/>
              </a:spcBef>
              <a:buNone/>
              <a:defRPr sz="3600" kern="1200" spc="-151" baseline="0">
                <a:solidFill>
                  <a:schemeClr val="tx1"/>
                </a:solidFill>
                <a:latin typeface="+mj-lt"/>
                <a:ea typeface="+mj-ea"/>
                <a:cs typeface="+mj-cs"/>
              </a:defRPr>
            </a:lvl1pPr>
          </a:lstStyle>
          <a:p>
            <a:endParaRPr lang="en-US" sz="4000" spc="0" dirty="0">
              <a:solidFill>
                <a:schemeClr val="accent3"/>
              </a:solidFill>
              <a:latin typeface="GT Walsheim Pro" pitchFamily="2" charset="77"/>
              <a:cs typeface="Circular Std" panose="020B0604020101020102" pitchFamily="34" charset="77"/>
            </a:endParaRPr>
          </a:p>
        </p:txBody>
      </p:sp>
      <p:sp>
        <p:nvSpPr>
          <p:cNvPr id="11" name="Title 1">
            <a:extLst>
              <a:ext uri="{FF2B5EF4-FFF2-40B4-BE49-F238E27FC236}">
                <a16:creationId xmlns:a16="http://schemas.microsoft.com/office/drawing/2014/main" id="{318B98AE-9E68-7341-86F7-7306B12F05B3}"/>
              </a:ext>
            </a:extLst>
          </p:cNvPr>
          <p:cNvSpPr txBox="1">
            <a:spLocks/>
          </p:cNvSpPr>
          <p:nvPr userDrawn="1"/>
        </p:nvSpPr>
        <p:spPr>
          <a:xfrm>
            <a:off x="8983128" y="1103350"/>
            <a:ext cx="2457849" cy="4504074"/>
          </a:xfrm>
          <a:prstGeom prst="rect">
            <a:avLst/>
          </a:prstGeom>
          <a:effectLst/>
        </p:spPr>
        <p:txBody>
          <a:bodyPr vert="horz" lIns="0" tIns="192024" rIns="0" bIns="0" rtlCol="0" anchor="t" anchorCtr="0">
            <a:noAutofit/>
          </a:bodyPr>
          <a:lstStyle>
            <a:lvl1pPr algn="l" defTabSz="914318" rtl="0" eaLnBrk="1" latinLnBrk="0" hangingPunct="1">
              <a:lnSpc>
                <a:spcPct val="80000"/>
              </a:lnSpc>
              <a:spcBef>
                <a:spcPct val="0"/>
              </a:spcBef>
              <a:buNone/>
              <a:defRPr sz="3600" kern="1200" spc="-151" baseline="0">
                <a:solidFill>
                  <a:schemeClr val="tx1"/>
                </a:solidFill>
                <a:latin typeface="+mj-lt"/>
                <a:ea typeface="+mj-ea"/>
                <a:cs typeface="+mj-cs"/>
              </a:defRPr>
            </a:lvl1pPr>
          </a:lstStyle>
          <a:p>
            <a:pPr>
              <a:lnSpc>
                <a:spcPct val="100000"/>
              </a:lnSpc>
              <a:spcAft>
                <a:spcPts val="1200"/>
              </a:spcAft>
            </a:pPr>
            <a:endParaRPr lang="en-US" sz="1400" spc="0" dirty="0">
              <a:solidFill>
                <a:schemeClr val="accent3"/>
              </a:solidFill>
              <a:latin typeface="GT Walsheim Pro Light" pitchFamily="2" charset="77"/>
              <a:cs typeface="Circular Std" panose="020B0604020101020102" pitchFamily="34" charset="77"/>
            </a:endParaRPr>
          </a:p>
        </p:txBody>
      </p:sp>
      <p:sp>
        <p:nvSpPr>
          <p:cNvPr id="16" name="Content Placeholder 4">
            <a:extLst>
              <a:ext uri="{FF2B5EF4-FFF2-40B4-BE49-F238E27FC236}">
                <a16:creationId xmlns:a16="http://schemas.microsoft.com/office/drawing/2014/main" id="{74AAC3C2-2EF2-234A-ABBD-3DB6ACD9A85D}"/>
              </a:ext>
            </a:extLst>
          </p:cNvPr>
          <p:cNvSpPr>
            <a:spLocks noGrp="1"/>
          </p:cNvSpPr>
          <p:nvPr>
            <p:ph sz="quarter" idx="10"/>
          </p:nvPr>
        </p:nvSpPr>
        <p:spPr>
          <a:xfrm>
            <a:off x="4476084" y="1031229"/>
            <a:ext cx="7273855" cy="4806434"/>
          </a:xfrm>
          <a:prstGeom prst="rect">
            <a:avLst/>
          </a:prstGeom>
        </p:spPr>
        <p:txBody>
          <a:bodyPr lIns="0"/>
          <a:lstStyle>
            <a:lvl1pPr>
              <a:defRPr>
                <a:solidFill>
                  <a:schemeClr val="bg1"/>
                </a:solidFill>
                <a:latin typeface="GT Walsheim Pro" pitchFamily="2" charset="77"/>
              </a:defRPr>
            </a:lvl1pPr>
            <a:lvl2pPr>
              <a:defRPr sz="2400">
                <a:solidFill>
                  <a:schemeClr val="bg1"/>
                </a:solidFill>
                <a:latin typeface="GT Walsheim Pro" pitchFamily="2" charset="77"/>
              </a:defRPr>
            </a:lvl2pPr>
            <a:lvl3pPr>
              <a:defRPr sz="1800">
                <a:solidFill>
                  <a:schemeClr val="bg1"/>
                </a:solidFill>
                <a:latin typeface="GT Walsheim Pro" pitchFamily="2" charset="77"/>
              </a:defRPr>
            </a:lvl3pPr>
            <a:lvl4pPr>
              <a:defRPr>
                <a:latin typeface="GT Walsheim Pro" pitchFamily="2" charset="77"/>
              </a:defRPr>
            </a:lvl4pPr>
            <a:lvl5pPr>
              <a:defRPr>
                <a:latin typeface="GT Walsheim Pro" pitchFamily="2" charset="77"/>
              </a:defRPr>
            </a:lvl5pPr>
          </a:lstStyle>
          <a:p>
            <a:pPr lvl="0"/>
            <a:r>
              <a:rPr lang="en-US"/>
              <a:t>Click to edit Master text styles</a:t>
            </a:r>
          </a:p>
          <a:p>
            <a:pPr lvl="1"/>
            <a:r>
              <a:rPr lang="en-US"/>
              <a:t>Second level</a:t>
            </a:r>
          </a:p>
          <a:p>
            <a:pPr lvl="2"/>
            <a:r>
              <a:rPr lang="en-US"/>
              <a:t>Third level</a:t>
            </a:r>
          </a:p>
        </p:txBody>
      </p:sp>
      <p:sp>
        <p:nvSpPr>
          <p:cNvPr id="17" name="Content Placeholder 4">
            <a:extLst>
              <a:ext uri="{FF2B5EF4-FFF2-40B4-BE49-F238E27FC236}">
                <a16:creationId xmlns:a16="http://schemas.microsoft.com/office/drawing/2014/main" id="{B413B6CF-356F-5043-AF17-336BD9A5E51A}"/>
              </a:ext>
            </a:extLst>
          </p:cNvPr>
          <p:cNvSpPr>
            <a:spLocks noGrp="1"/>
          </p:cNvSpPr>
          <p:nvPr>
            <p:ph sz="quarter" idx="11"/>
          </p:nvPr>
        </p:nvSpPr>
        <p:spPr>
          <a:xfrm>
            <a:off x="442061" y="1025783"/>
            <a:ext cx="3311526" cy="4806434"/>
          </a:xfrm>
          <a:prstGeom prst="rect">
            <a:avLst/>
          </a:prstGeom>
        </p:spPr>
        <p:txBody>
          <a:bodyPr lIns="0"/>
          <a:lstStyle>
            <a:lvl1pPr>
              <a:defRPr>
                <a:latin typeface="GT Walsheim Pro" pitchFamily="2" charset="77"/>
              </a:defRPr>
            </a:lvl1pPr>
            <a:lvl2pPr>
              <a:defRPr sz="2400">
                <a:latin typeface="GT Walsheim Pro" pitchFamily="2" charset="77"/>
              </a:defRPr>
            </a:lvl2pPr>
            <a:lvl3pPr>
              <a:defRPr sz="1800">
                <a:latin typeface="GT Walsheim Pro" pitchFamily="2" charset="77"/>
              </a:defRPr>
            </a:lvl3pPr>
            <a:lvl4pPr>
              <a:defRPr>
                <a:latin typeface="GT Walsheim Pro" pitchFamily="2" charset="77"/>
              </a:defRPr>
            </a:lvl4pPr>
            <a:lvl5pPr>
              <a:defRPr>
                <a:latin typeface="GT Walsheim Pro" pitchFamily="2" charset="77"/>
              </a:defRPr>
            </a:lvl5pPr>
          </a:lstStyle>
          <a:p>
            <a:pPr lvl="0"/>
            <a:r>
              <a:rPr lang="en-US"/>
              <a:t>Click to edit Master text styles</a:t>
            </a:r>
          </a:p>
          <a:p>
            <a:pPr lvl="1"/>
            <a:r>
              <a:rPr lang="en-US"/>
              <a:t>Second level</a:t>
            </a:r>
          </a:p>
          <a:p>
            <a:pPr lvl="2"/>
            <a:r>
              <a:rPr lang="en-US"/>
              <a:t>Third level</a:t>
            </a:r>
          </a:p>
        </p:txBody>
      </p:sp>
      <p:pic>
        <p:nvPicPr>
          <p:cNvPr id="2" name="Picture 1" descr="A logo with blue letters&#10;&#10;AI-generated content may be incorrect.">
            <a:extLst>
              <a:ext uri="{FF2B5EF4-FFF2-40B4-BE49-F238E27FC236}">
                <a16:creationId xmlns:a16="http://schemas.microsoft.com/office/drawing/2014/main" id="{72692D54-0E8E-D6DD-677B-22284A71EA2A}"/>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217989" y="182684"/>
            <a:ext cx="809427" cy="354124"/>
          </a:xfrm>
          <a:prstGeom prst="rect">
            <a:avLst/>
          </a:prstGeom>
        </p:spPr>
      </p:pic>
    </p:spTree>
    <p:extLst>
      <p:ext uri="{BB962C8B-B14F-4D97-AF65-F5344CB8AC3E}">
        <p14:creationId xmlns:p14="http://schemas.microsoft.com/office/powerpoint/2010/main" val="98575403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Section Break 1">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A0EB473-1F5A-3F47-9C8F-63BB79FFBA79}"/>
              </a:ext>
            </a:extLst>
          </p:cNvPr>
          <p:cNvSpPr/>
          <p:nvPr userDrawn="1"/>
        </p:nvSpPr>
        <p:spPr>
          <a:xfrm flipH="1">
            <a:off x="1" y="0"/>
            <a:ext cx="4062548" cy="6858000"/>
          </a:xfrm>
          <a:prstGeom prst="rect">
            <a:avLst/>
          </a:prstGeom>
          <a:solidFill>
            <a:srgbClr val="0454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Content Placeholder 4">
            <a:extLst>
              <a:ext uri="{FF2B5EF4-FFF2-40B4-BE49-F238E27FC236}">
                <a16:creationId xmlns:a16="http://schemas.microsoft.com/office/drawing/2014/main" id="{40AC9E66-C96E-2C47-97BA-7E95D1823A5F}"/>
              </a:ext>
            </a:extLst>
          </p:cNvPr>
          <p:cNvSpPr>
            <a:spLocks noGrp="1"/>
          </p:cNvSpPr>
          <p:nvPr>
            <p:ph sz="quarter" idx="11"/>
          </p:nvPr>
        </p:nvSpPr>
        <p:spPr>
          <a:xfrm>
            <a:off x="442061" y="1025783"/>
            <a:ext cx="3183764" cy="4806434"/>
          </a:xfrm>
          <a:prstGeom prst="rect">
            <a:avLst/>
          </a:prstGeom>
        </p:spPr>
        <p:txBody>
          <a:bodyPr lIns="0"/>
          <a:lstStyle>
            <a:lvl1pPr>
              <a:defRPr>
                <a:solidFill>
                  <a:schemeClr val="bg1"/>
                </a:solidFill>
                <a:latin typeface="GT Walsheim Pro" pitchFamily="2" charset="77"/>
              </a:defRPr>
            </a:lvl1pPr>
            <a:lvl2pPr>
              <a:defRPr sz="2400">
                <a:solidFill>
                  <a:schemeClr val="bg1"/>
                </a:solidFill>
                <a:latin typeface="GT Walsheim Pro" pitchFamily="2" charset="77"/>
              </a:defRPr>
            </a:lvl2pPr>
            <a:lvl3pPr>
              <a:defRPr sz="1800">
                <a:solidFill>
                  <a:schemeClr val="bg1"/>
                </a:solidFill>
                <a:latin typeface="GT Walsheim Pro" pitchFamily="2" charset="77"/>
              </a:defRPr>
            </a:lvl3pPr>
            <a:lvl4pPr>
              <a:defRPr>
                <a:latin typeface="GT Walsheim Pro" pitchFamily="2" charset="77"/>
              </a:defRPr>
            </a:lvl4pPr>
            <a:lvl5pPr>
              <a:defRPr>
                <a:latin typeface="GT Walsheim Pro" pitchFamily="2" charset="77"/>
              </a:defRPr>
            </a:lvl5pPr>
          </a:lstStyle>
          <a:p>
            <a:pPr lvl="0"/>
            <a:r>
              <a:rPr lang="en-US"/>
              <a:t>Click to edit Master text styles</a:t>
            </a:r>
          </a:p>
          <a:p>
            <a:pPr lvl="1"/>
            <a:r>
              <a:rPr lang="en-US"/>
              <a:t>Second level</a:t>
            </a:r>
          </a:p>
          <a:p>
            <a:pPr lvl="2"/>
            <a:r>
              <a:rPr lang="en-US"/>
              <a:t>Third level</a:t>
            </a:r>
          </a:p>
        </p:txBody>
      </p:sp>
      <p:pic>
        <p:nvPicPr>
          <p:cNvPr id="12" name="Picture 11" descr="A person sitting on a sofa&#10;&#10;Description automatically generated">
            <a:extLst>
              <a:ext uri="{FF2B5EF4-FFF2-40B4-BE49-F238E27FC236}">
                <a16:creationId xmlns:a16="http://schemas.microsoft.com/office/drawing/2014/main" id="{A5369C7A-DFA6-464F-B6A7-8F45E894EFDA}"/>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4062549" y="0"/>
            <a:ext cx="8129451" cy="6858000"/>
          </a:xfrm>
          <a:prstGeom prst="rect">
            <a:avLst/>
          </a:prstGeom>
        </p:spPr>
      </p:pic>
      <p:grpSp>
        <p:nvGrpSpPr>
          <p:cNvPr id="13" name="Group 12">
            <a:extLst>
              <a:ext uri="{FF2B5EF4-FFF2-40B4-BE49-F238E27FC236}">
                <a16:creationId xmlns:a16="http://schemas.microsoft.com/office/drawing/2014/main" id="{9C6FBDE4-DF12-6047-8D68-1603DEBEF73F}"/>
              </a:ext>
            </a:extLst>
          </p:cNvPr>
          <p:cNvGrpSpPr/>
          <p:nvPr userDrawn="1"/>
        </p:nvGrpSpPr>
        <p:grpSpPr>
          <a:xfrm>
            <a:off x="11275507" y="6413944"/>
            <a:ext cx="639902" cy="165470"/>
            <a:chOff x="2445764" y="377190"/>
            <a:chExt cx="1768077" cy="457200"/>
          </a:xfrm>
        </p:grpSpPr>
        <p:sp>
          <p:nvSpPr>
            <p:cNvPr id="14" name="Right Triangle 13">
              <a:extLst>
                <a:ext uri="{FF2B5EF4-FFF2-40B4-BE49-F238E27FC236}">
                  <a16:creationId xmlns:a16="http://schemas.microsoft.com/office/drawing/2014/main" id="{5B4F6610-4D5A-0042-8901-3E5ED5BBF872}"/>
                </a:ext>
              </a:extLst>
            </p:cNvPr>
            <p:cNvSpPr/>
            <p:nvPr/>
          </p:nvSpPr>
          <p:spPr>
            <a:xfrm rot="16200000">
              <a:off x="3756641" y="377190"/>
              <a:ext cx="457200" cy="457200"/>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C68F7B6-C5DC-884D-B438-546AB6AF8C4B}"/>
                </a:ext>
              </a:extLst>
            </p:cNvPr>
            <p:cNvSpPr/>
            <p:nvPr/>
          </p:nvSpPr>
          <p:spPr>
            <a:xfrm>
              <a:off x="3101202" y="377190"/>
              <a:ext cx="457200" cy="457200"/>
            </a:xfrm>
            <a:prstGeom prst="rect">
              <a:avLst/>
            </a:prstGeom>
            <a:solidFill>
              <a:srgbClr val="0454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10B0BF6D-1CFB-234B-8791-A7E083C0885B}"/>
                </a:ext>
              </a:extLst>
            </p:cNvPr>
            <p:cNvSpPr/>
            <p:nvPr/>
          </p:nvSpPr>
          <p:spPr>
            <a:xfrm>
              <a:off x="2445764" y="377190"/>
              <a:ext cx="457200" cy="4572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 name="Picture 1" descr="A logo with a black background&#10;&#10;AI-generated content may be incorrect.">
            <a:extLst>
              <a:ext uri="{FF2B5EF4-FFF2-40B4-BE49-F238E27FC236}">
                <a16:creationId xmlns:a16="http://schemas.microsoft.com/office/drawing/2014/main" id="{AA6E083E-5E40-5A6A-0919-5E21ECE2115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252549" y="193933"/>
            <a:ext cx="815963" cy="356304"/>
          </a:xfrm>
          <a:prstGeom prst="rect">
            <a:avLst/>
          </a:prstGeom>
        </p:spPr>
      </p:pic>
    </p:spTree>
    <p:extLst>
      <p:ext uri="{BB962C8B-B14F-4D97-AF65-F5344CB8AC3E}">
        <p14:creationId xmlns:p14="http://schemas.microsoft.com/office/powerpoint/2010/main" val="279030463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Section Break 2">
    <p:spTree>
      <p:nvGrpSpPr>
        <p:cNvPr id="1" name=""/>
        <p:cNvGrpSpPr/>
        <p:nvPr/>
      </p:nvGrpSpPr>
      <p:grpSpPr>
        <a:xfrm>
          <a:off x="0" y="0"/>
          <a:ext cx="0" cy="0"/>
          <a:chOff x="0" y="0"/>
          <a:chExt cx="0" cy="0"/>
        </a:xfrm>
      </p:grpSpPr>
      <p:pic>
        <p:nvPicPr>
          <p:cNvPr id="17" name="Picture 16" descr="A person sitting on a table&#10;&#10;Description automatically generated">
            <a:extLst>
              <a:ext uri="{FF2B5EF4-FFF2-40B4-BE49-F238E27FC236}">
                <a16:creationId xmlns:a16="http://schemas.microsoft.com/office/drawing/2014/main" id="{DBFDFB86-6E01-DA4D-A2EB-22CD1B6F6FC8}"/>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4062549" y="0"/>
            <a:ext cx="8129450" cy="6858000"/>
          </a:xfrm>
          <a:prstGeom prst="rect">
            <a:avLst/>
          </a:prstGeom>
        </p:spPr>
      </p:pic>
      <p:sp>
        <p:nvSpPr>
          <p:cNvPr id="3" name="Rectangle 2">
            <a:extLst>
              <a:ext uri="{FF2B5EF4-FFF2-40B4-BE49-F238E27FC236}">
                <a16:creationId xmlns:a16="http://schemas.microsoft.com/office/drawing/2014/main" id="{1A0EB473-1F5A-3F47-9C8F-63BB79FFBA79}"/>
              </a:ext>
            </a:extLst>
          </p:cNvPr>
          <p:cNvSpPr/>
          <p:nvPr userDrawn="1"/>
        </p:nvSpPr>
        <p:spPr>
          <a:xfrm flipH="1">
            <a:off x="1" y="0"/>
            <a:ext cx="4062548" cy="6858000"/>
          </a:xfrm>
          <a:prstGeom prst="rect">
            <a:avLst/>
          </a:prstGeom>
          <a:solidFill>
            <a:srgbClr val="0454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Content Placeholder 4">
            <a:extLst>
              <a:ext uri="{FF2B5EF4-FFF2-40B4-BE49-F238E27FC236}">
                <a16:creationId xmlns:a16="http://schemas.microsoft.com/office/drawing/2014/main" id="{40AC9E66-C96E-2C47-97BA-7E95D1823A5F}"/>
              </a:ext>
            </a:extLst>
          </p:cNvPr>
          <p:cNvSpPr>
            <a:spLocks noGrp="1"/>
          </p:cNvSpPr>
          <p:nvPr>
            <p:ph sz="quarter" idx="11"/>
          </p:nvPr>
        </p:nvSpPr>
        <p:spPr>
          <a:xfrm>
            <a:off x="442061" y="1025783"/>
            <a:ext cx="3183764" cy="4806434"/>
          </a:xfrm>
          <a:prstGeom prst="rect">
            <a:avLst/>
          </a:prstGeom>
        </p:spPr>
        <p:txBody>
          <a:bodyPr lIns="0"/>
          <a:lstStyle>
            <a:lvl1pPr>
              <a:defRPr>
                <a:solidFill>
                  <a:schemeClr val="bg1"/>
                </a:solidFill>
                <a:latin typeface="GT Walsheim Pro" pitchFamily="2" charset="77"/>
              </a:defRPr>
            </a:lvl1pPr>
            <a:lvl2pPr>
              <a:defRPr sz="2400">
                <a:solidFill>
                  <a:schemeClr val="bg1"/>
                </a:solidFill>
                <a:latin typeface="GT Walsheim Pro" pitchFamily="2" charset="77"/>
              </a:defRPr>
            </a:lvl2pPr>
            <a:lvl3pPr>
              <a:defRPr sz="1800">
                <a:solidFill>
                  <a:schemeClr val="bg1"/>
                </a:solidFill>
                <a:latin typeface="GT Walsheim Pro" pitchFamily="2" charset="77"/>
              </a:defRPr>
            </a:lvl3pPr>
            <a:lvl4pPr>
              <a:defRPr>
                <a:latin typeface="GT Walsheim Pro" pitchFamily="2" charset="77"/>
              </a:defRPr>
            </a:lvl4pPr>
            <a:lvl5pPr>
              <a:defRPr>
                <a:latin typeface="GT Walsheim Pro" pitchFamily="2" charset="77"/>
              </a:defRPr>
            </a:lvl5pPr>
          </a:lstStyle>
          <a:p>
            <a:pPr lvl="0"/>
            <a:r>
              <a:rPr lang="en-US"/>
              <a:t>Click to edit Master text styles</a:t>
            </a:r>
          </a:p>
          <a:p>
            <a:pPr lvl="1"/>
            <a:r>
              <a:rPr lang="en-US"/>
              <a:t>Second level</a:t>
            </a:r>
          </a:p>
          <a:p>
            <a:pPr lvl="2"/>
            <a:r>
              <a:rPr lang="en-US"/>
              <a:t>Third level</a:t>
            </a:r>
          </a:p>
        </p:txBody>
      </p:sp>
      <p:grpSp>
        <p:nvGrpSpPr>
          <p:cNvPr id="13" name="Group 12">
            <a:extLst>
              <a:ext uri="{FF2B5EF4-FFF2-40B4-BE49-F238E27FC236}">
                <a16:creationId xmlns:a16="http://schemas.microsoft.com/office/drawing/2014/main" id="{9C6FBDE4-DF12-6047-8D68-1603DEBEF73F}"/>
              </a:ext>
            </a:extLst>
          </p:cNvPr>
          <p:cNvGrpSpPr/>
          <p:nvPr userDrawn="1"/>
        </p:nvGrpSpPr>
        <p:grpSpPr>
          <a:xfrm>
            <a:off x="11275507" y="6413944"/>
            <a:ext cx="639902" cy="165470"/>
            <a:chOff x="2445764" y="377190"/>
            <a:chExt cx="1768077" cy="457200"/>
          </a:xfrm>
        </p:grpSpPr>
        <p:sp>
          <p:nvSpPr>
            <p:cNvPr id="14" name="Right Triangle 13">
              <a:extLst>
                <a:ext uri="{FF2B5EF4-FFF2-40B4-BE49-F238E27FC236}">
                  <a16:creationId xmlns:a16="http://schemas.microsoft.com/office/drawing/2014/main" id="{5B4F6610-4D5A-0042-8901-3E5ED5BBF872}"/>
                </a:ext>
              </a:extLst>
            </p:cNvPr>
            <p:cNvSpPr/>
            <p:nvPr/>
          </p:nvSpPr>
          <p:spPr>
            <a:xfrm rot="16200000">
              <a:off x="3756641" y="377190"/>
              <a:ext cx="457200" cy="457200"/>
            </a:xfrm>
            <a:prstGeom prst="r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8C68F7B6-C5DC-884D-B438-546AB6AF8C4B}"/>
                </a:ext>
              </a:extLst>
            </p:cNvPr>
            <p:cNvSpPr/>
            <p:nvPr/>
          </p:nvSpPr>
          <p:spPr>
            <a:xfrm>
              <a:off x="3101202" y="377190"/>
              <a:ext cx="457200" cy="457200"/>
            </a:xfrm>
            <a:prstGeom prst="rect">
              <a:avLst/>
            </a:prstGeom>
            <a:solidFill>
              <a:srgbClr val="0454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10B0BF6D-1CFB-234B-8791-A7E083C0885B}"/>
                </a:ext>
              </a:extLst>
            </p:cNvPr>
            <p:cNvSpPr/>
            <p:nvPr/>
          </p:nvSpPr>
          <p:spPr>
            <a:xfrm>
              <a:off x="2445764" y="377190"/>
              <a:ext cx="457200" cy="4572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6" name="Picture 5" descr="A logo with a black background&#10;&#10;AI-generated content may be incorrect.">
            <a:extLst>
              <a:ext uri="{FF2B5EF4-FFF2-40B4-BE49-F238E27FC236}">
                <a16:creationId xmlns:a16="http://schemas.microsoft.com/office/drawing/2014/main" id="{0C9D7610-4DED-5BE3-514C-EC13F6804A3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252549" y="193933"/>
            <a:ext cx="815963" cy="356304"/>
          </a:xfrm>
          <a:prstGeom prst="rect">
            <a:avLst/>
          </a:prstGeom>
        </p:spPr>
      </p:pic>
    </p:spTree>
    <p:extLst>
      <p:ext uri="{BB962C8B-B14F-4D97-AF65-F5344CB8AC3E}">
        <p14:creationId xmlns:p14="http://schemas.microsoft.com/office/powerpoint/2010/main" val="27495030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Section Break 3">
    <p:spTree>
      <p:nvGrpSpPr>
        <p:cNvPr id="1" name=""/>
        <p:cNvGrpSpPr/>
        <p:nvPr/>
      </p:nvGrpSpPr>
      <p:grpSpPr>
        <a:xfrm>
          <a:off x="0" y="0"/>
          <a:ext cx="0" cy="0"/>
          <a:chOff x="0" y="0"/>
          <a:chExt cx="0" cy="0"/>
        </a:xfrm>
      </p:grpSpPr>
      <p:pic>
        <p:nvPicPr>
          <p:cNvPr id="17" name="Picture 16" descr="A person using a computer sitting on a sofa&#10;&#10;Description automatically generated">
            <a:extLst>
              <a:ext uri="{FF2B5EF4-FFF2-40B4-BE49-F238E27FC236}">
                <a16:creationId xmlns:a16="http://schemas.microsoft.com/office/drawing/2014/main" id="{F29FA45A-3EF9-E841-86C8-2C4901744EAE}"/>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4062549" y="0"/>
            <a:ext cx="8129450" cy="6858000"/>
          </a:xfrm>
          <a:prstGeom prst="rect">
            <a:avLst/>
          </a:prstGeom>
        </p:spPr>
      </p:pic>
      <p:sp>
        <p:nvSpPr>
          <p:cNvPr id="3" name="Rectangle 2">
            <a:extLst>
              <a:ext uri="{FF2B5EF4-FFF2-40B4-BE49-F238E27FC236}">
                <a16:creationId xmlns:a16="http://schemas.microsoft.com/office/drawing/2014/main" id="{1A0EB473-1F5A-3F47-9C8F-63BB79FFBA79}"/>
              </a:ext>
            </a:extLst>
          </p:cNvPr>
          <p:cNvSpPr/>
          <p:nvPr userDrawn="1"/>
        </p:nvSpPr>
        <p:spPr>
          <a:xfrm flipH="1">
            <a:off x="1" y="0"/>
            <a:ext cx="4062548" cy="6858000"/>
          </a:xfrm>
          <a:prstGeom prst="rect">
            <a:avLst/>
          </a:prstGeom>
          <a:solidFill>
            <a:srgbClr val="0454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Content Placeholder 4">
            <a:extLst>
              <a:ext uri="{FF2B5EF4-FFF2-40B4-BE49-F238E27FC236}">
                <a16:creationId xmlns:a16="http://schemas.microsoft.com/office/drawing/2014/main" id="{40AC9E66-C96E-2C47-97BA-7E95D1823A5F}"/>
              </a:ext>
            </a:extLst>
          </p:cNvPr>
          <p:cNvSpPr>
            <a:spLocks noGrp="1"/>
          </p:cNvSpPr>
          <p:nvPr>
            <p:ph sz="quarter" idx="11"/>
          </p:nvPr>
        </p:nvSpPr>
        <p:spPr>
          <a:xfrm>
            <a:off x="442061" y="1025783"/>
            <a:ext cx="3183764" cy="4806434"/>
          </a:xfrm>
          <a:prstGeom prst="rect">
            <a:avLst/>
          </a:prstGeom>
        </p:spPr>
        <p:txBody>
          <a:bodyPr lIns="0"/>
          <a:lstStyle>
            <a:lvl1pPr>
              <a:defRPr>
                <a:solidFill>
                  <a:schemeClr val="bg1"/>
                </a:solidFill>
                <a:latin typeface="GT Walsheim Pro" pitchFamily="2" charset="77"/>
              </a:defRPr>
            </a:lvl1pPr>
            <a:lvl2pPr>
              <a:defRPr sz="2400">
                <a:solidFill>
                  <a:schemeClr val="bg1"/>
                </a:solidFill>
                <a:latin typeface="GT Walsheim Pro" pitchFamily="2" charset="77"/>
              </a:defRPr>
            </a:lvl2pPr>
            <a:lvl3pPr>
              <a:defRPr sz="1800">
                <a:solidFill>
                  <a:schemeClr val="bg1"/>
                </a:solidFill>
                <a:latin typeface="GT Walsheim Pro" pitchFamily="2" charset="77"/>
              </a:defRPr>
            </a:lvl3pPr>
            <a:lvl4pPr>
              <a:defRPr>
                <a:latin typeface="GT Walsheim Pro" pitchFamily="2" charset="77"/>
              </a:defRPr>
            </a:lvl4pPr>
            <a:lvl5pPr>
              <a:defRPr>
                <a:latin typeface="GT Walsheim Pro" pitchFamily="2" charset="77"/>
              </a:defRPr>
            </a:lvl5pPr>
          </a:lstStyle>
          <a:p>
            <a:pPr lvl="0"/>
            <a:r>
              <a:rPr lang="en-US"/>
              <a:t>Click to edit Master text styles</a:t>
            </a:r>
          </a:p>
          <a:p>
            <a:pPr lvl="1"/>
            <a:r>
              <a:rPr lang="en-US"/>
              <a:t>Second level</a:t>
            </a:r>
          </a:p>
          <a:p>
            <a:pPr lvl="2"/>
            <a:r>
              <a:rPr lang="en-US"/>
              <a:t>Third level</a:t>
            </a:r>
          </a:p>
        </p:txBody>
      </p:sp>
      <p:grpSp>
        <p:nvGrpSpPr>
          <p:cNvPr id="13" name="Group 12">
            <a:extLst>
              <a:ext uri="{FF2B5EF4-FFF2-40B4-BE49-F238E27FC236}">
                <a16:creationId xmlns:a16="http://schemas.microsoft.com/office/drawing/2014/main" id="{9C6FBDE4-DF12-6047-8D68-1603DEBEF73F}"/>
              </a:ext>
            </a:extLst>
          </p:cNvPr>
          <p:cNvGrpSpPr/>
          <p:nvPr userDrawn="1"/>
        </p:nvGrpSpPr>
        <p:grpSpPr>
          <a:xfrm>
            <a:off x="11275507" y="6413944"/>
            <a:ext cx="639902" cy="165470"/>
            <a:chOff x="2445764" y="377190"/>
            <a:chExt cx="1768077" cy="457200"/>
          </a:xfrm>
        </p:grpSpPr>
        <p:sp>
          <p:nvSpPr>
            <p:cNvPr id="14" name="Right Triangle 13">
              <a:extLst>
                <a:ext uri="{FF2B5EF4-FFF2-40B4-BE49-F238E27FC236}">
                  <a16:creationId xmlns:a16="http://schemas.microsoft.com/office/drawing/2014/main" id="{5B4F6610-4D5A-0042-8901-3E5ED5BBF872}"/>
                </a:ext>
              </a:extLst>
            </p:cNvPr>
            <p:cNvSpPr/>
            <p:nvPr/>
          </p:nvSpPr>
          <p:spPr>
            <a:xfrm rot="16200000">
              <a:off x="3756641" y="377190"/>
              <a:ext cx="457200" cy="457200"/>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8C68F7B6-C5DC-884D-B438-546AB6AF8C4B}"/>
                </a:ext>
              </a:extLst>
            </p:cNvPr>
            <p:cNvSpPr/>
            <p:nvPr/>
          </p:nvSpPr>
          <p:spPr>
            <a:xfrm>
              <a:off x="3101202" y="377190"/>
              <a:ext cx="457200" cy="457200"/>
            </a:xfrm>
            <a:prstGeom prst="rect">
              <a:avLst/>
            </a:prstGeom>
            <a:solidFill>
              <a:srgbClr val="0454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10B0BF6D-1CFB-234B-8791-A7E083C0885B}"/>
                </a:ext>
              </a:extLst>
            </p:cNvPr>
            <p:cNvSpPr/>
            <p:nvPr/>
          </p:nvSpPr>
          <p:spPr>
            <a:xfrm>
              <a:off x="2445764" y="377190"/>
              <a:ext cx="457200" cy="4572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 name="Picture 1" descr="A logo with a black background&#10;&#10;AI-generated content may be incorrect.">
            <a:extLst>
              <a:ext uri="{FF2B5EF4-FFF2-40B4-BE49-F238E27FC236}">
                <a16:creationId xmlns:a16="http://schemas.microsoft.com/office/drawing/2014/main" id="{C4B3CBE7-FA1A-BCFC-9BAB-6BD8FA0613B6}"/>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252549" y="193933"/>
            <a:ext cx="815963" cy="356304"/>
          </a:xfrm>
          <a:prstGeom prst="rect">
            <a:avLst/>
          </a:prstGeom>
        </p:spPr>
      </p:pic>
    </p:spTree>
    <p:extLst>
      <p:ext uri="{BB962C8B-B14F-4D97-AF65-F5344CB8AC3E}">
        <p14:creationId xmlns:p14="http://schemas.microsoft.com/office/powerpoint/2010/main" val="179807381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Photo Slide 1">
    <p:spTree>
      <p:nvGrpSpPr>
        <p:cNvPr id="1" name=""/>
        <p:cNvGrpSpPr/>
        <p:nvPr/>
      </p:nvGrpSpPr>
      <p:grpSpPr>
        <a:xfrm>
          <a:off x="0" y="0"/>
          <a:ext cx="0" cy="0"/>
          <a:chOff x="0" y="0"/>
          <a:chExt cx="0" cy="0"/>
        </a:xfrm>
      </p:grpSpPr>
      <p:pic>
        <p:nvPicPr>
          <p:cNvPr id="12" name="Picture 11" descr="A person using a computer sitting on a sofa&#10;&#10;Description automatically generated">
            <a:extLst>
              <a:ext uri="{FF2B5EF4-FFF2-40B4-BE49-F238E27FC236}">
                <a16:creationId xmlns:a16="http://schemas.microsoft.com/office/drawing/2014/main" id="{806F0CD7-24AC-E941-8A67-71B45C575474}"/>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4062549" y="0"/>
            <a:ext cx="8129450" cy="6858000"/>
          </a:xfrm>
          <a:prstGeom prst="rect">
            <a:avLst/>
          </a:prstGeom>
        </p:spPr>
      </p:pic>
      <p:grpSp>
        <p:nvGrpSpPr>
          <p:cNvPr id="5" name="Group 4">
            <a:extLst>
              <a:ext uri="{FF2B5EF4-FFF2-40B4-BE49-F238E27FC236}">
                <a16:creationId xmlns:a16="http://schemas.microsoft.com/office/drawing/2014/main" id="{A6CD86A8-E485-5D4C-B9B6-3DA067889229}"/>
              </a:ext>
            </a:extLst>
          </p:cNvPr>
          <p:cNvGrpSpPr/>
          <p:nvPr userDrawn="1"/>
        </p:nvGrpSpPr>
        <p:grpSpPr>
          <a:xfrm>
            <a:off x="11275507" y="6413944"/>
            <a:ext cx="639902" cy="165470"/>
            <a:chOff x="2445764" y="377190"/>
            <a:chExt cx="1768077" cy="457200"/>
          </a:xfrm>
        </p:grpSpPr>
        <p:sp>
          <p:nvSpPr>
            <p:cNvPr id="6" name="Right Triangle 5">
              <a:extLst>
                <a:ext uri="{FF2B5EF4-FFF2-40B4-BE49-F238E27FC236}">
                  <a16:creationId xmlns:a16="http://schemas.microsoft.com/office/drawing/2014/main" id="{C79E924B-7F98-D34F-92F8-22E740C03DD4}"/>
                </a:ext>
              </a:extLst>
            </p:cNvPr>
            <p:cNvSpPr/>
            <p:nvPr/>
          </p:nvSpPr>
          <p:spPr>
            <a:xfrm rot="16200000">
              <a:off x="3756641" y="377190"/>
              <a:ext cx="457200" cy="457200"/>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D915AD23-8F4A-DA43-8CAC-8BAE0EA571AA}"/>
                </a:ext>
              </a:extLst>
            </p:cNvPr>
            <p:cNvSpPr/>
            <p:nvPr/>
          </p:nvSpPr>
          <p:spPr>
            <a:xfrm>
              <a:off x="3101202" y="377190"/>
              <a:ext cx="4572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0FCD498A-F55C-A049-95E3-5CA6EF3B5BF5}"/>
                </a:ext>
              </a:extLst>
            </p:cNvPr>
            <p:cNvSpPr/>
            <p:nvPr/>
          </p:nvSpPr>
          <p:spPr>
            <a:xfrm>
              <a:off x="2445764" y="377190"/>
              <a:ext cx="457200" cy="4572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5AE93BE1-D117-E346-8AD0-9DEFD67AA65C}"/>
              </a:ext>
            </a:extLst>
          </p:cNvPr>
          <p:cNvSpPr/>
          <p:nvPr userDrawn="1"/>
        </p:nvSpPr>
        <p:spPr>
          <a:xfrm>
            <a:off x="242742" y="6340920"/>
            <a:ext cx="1322798" cy="276999"/>
          </a:xfrm>
          <a:prstGeom prst="rect">
            <a:avLst/>
          </a:prstGeom>
        </p:spPr>
        <p:txBody>
          <a:bodyPr wrap="none">
            <a:spAutoFit/>
          </a:bodyPr>
          <a:lstStyle/>
          <a:p>
            <a:r>
              <a:rPr lang="en-US" sz="1200" dirty="0">
                <a:solidFill>
                  <a:schemeClr val="tx1">
                    <a:lumMod val="50000"/>
                    <a:lumOff val="50000"/>
                  </a:schemeClr>
                </a:solidFill>
                <a:latin typeface="GT Walsheim Pro Light" pitchFamily="2" charset="77"/>
                <a:cs typeface="Circular Std" panose="020B0604020101020102" pitchFamily="34" charset="77"/>
              </a:rPr>
              <a:t>&lt;Title&gt; |  Page </a:t>
            </a:r>
            <a:fld id="{CA258039-31C7-BC46-8582-2B7E09B0CC52}" type="slidenum">
              <a:rPr lang="en-US" sz="1200" smtClean="0">
                <a:solidFill>
                  <a:schemeClr val="tx1">
                    <a:lumMod val="50000"/>
                    <a:lumOff val="50000"/>
                  </a:schemeClr>
                </a:solidFill>
                <a:latin typeface="GT Walsheim Pro Light" pitchFamily="2" charset="77"/>
                <a:cs typeface="Circular Std" panose="020B0604020101020102" pitchFamily="34" charset="77"/>
              </a:rPr>
              <a:t>‹#›</a:t>
            </a:fld>
            <a:endParaRPr lang="en-US" sz="1200" dirty="0">
              <a:solidFill>
                <a:schemeClr val="tx1">
                  <a:lumMod val="50000"/>
                  <a:lumOff val="50000"/>
                </a:schemeClr>
              </a:solidFill>
              <a:latin typeface="GT Walsheim Pro Light" pitchFamily="2" charset="77"/>
            </a:endParaRPr>
          </a:p>
        </p:txBody>
      </p:sp>
      <p:sp>
        <p:nvSpPr>
          <p:cNvPr id="11" name="Content Placeholder 4">
            <a:extLst>
              <a:ext uri="{FF2B5EF4-FFF2-40B4-BE49-F238E27FC236}">
                <a16:creationId xmlns:a16="http://schemas.microsoft.com/office/drawing/2014/main" id="{40AC9E66-C96E-2C47-97BA-7E95D1823A5F}"/>
              </a:ext>
            </a:extLst>
          </p:cNvPr>
          <p:cNvSpPr>
            <a:spLocks noGrp="1"/>
          </p:cNvSpPr>
          <p:nvPr>
            <p:ph sz="quarter" idx="11"/>
          </p:nvPr>
        </p:nvSpPr>
        <p:spPr>
          <a:xfrm>
            <a:off x="442061" y="1025783"/>
            <a:ext cx="3183764" cy="4806434"/>
          </a:xfrm>
          <a:prstGeom prst="rect">
            <a:avLst/>
          </a:prstGeom>
        </p:spPr>
        <p:txBody>
          <a:bodyPr lIns="0"/>
          <a:lstStyle>
            <a:lvl1pPr>
              <a:defRPr>
                <a:solidFill>
                  <a:schemeClr val="tx1"/>
                </a:solidFill>
                <a:latin typeface="GT Walsheim Pro" pitchFamily="2" charset="77"/>
              </a:defRPr>
            </a:lvl1pPr>
            <a:lvl2pPr>
              <a:defRPr sz="2400">
                <a:solidFill>
                  <a:schemeClr val="tx1"/>
                </a:solidFill>
                <a:latin typeface="GT Walsheim Pro" pitchFamily="2" charset="77"/>
              </a:defRPr>
            </a:lvl2pPr>
            <a:lvl3pPr>
              <a:defRPr sz="1800">
                <a:solidFill>
                  <a:schemeClr val="tx1"/>
                </a:solidFill>
                <a:latin typeface="GT Walsheim Pro" pitchFamily="2" charset="77"/>
              </a:defRPr>
            </a:lvl3pPr>
            <a:lvl4pPr>
              <a:defRPr>
                <a:latin typeface="GT Walsheim Pro" pitchFamily="2" charset="77"/>
              </a:defRPr>
            </a:lvl4pPr>
            <a:lvl5pPr>
              <a:defRPr>
                <a:latin typeface="GT Walsheim Pro" pitchFamily="2" charset="77"/>
              </a:defRPr>
            </a:lvl5pPr>
          </a:lstStyle>
          <a:p>
            <a:pPr lvl="0"/>
            <a:r>
              <a:rPr lang="en-US"/>
              <a:t>Click to edit Master text styles</a:t>
            </a:r>
          </a:p>
          <a:p>
            <a:pPr lvl="1"/>
            <a:r>
              <a:rPr lang="en-US"/>
              <a:t>Second level</a:t>
            </a:r>
          </a:p>
          <a:p>
            <a:pPr lvl="2"/>
            <a:r>
              <a:rPr lang="en-US"/>
              <a:t>Third level</a:t>
            </a:r>
          </a:p>
        </p:txBody>
      </p:sp>
      <p:pic>
        <p:nvPicPr>
          <p:cNvPr id="2" name="Picture 1" descr="A logo with blue letters&#10;&#10;AI-generated content may be incorrect.">
            <a:extLst>
              <a:ext uri="{FF2B5EF4-FFF2-40B4-BE49-F238E27FC236}">
                <a16:creationId xmlns:a16="http://schemas.microsoft.com/office/drawing/2014/main" id="{5691891D-8074-AEE5-51F9-3C94D897A830}"/>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217989" y="182684"/>
            <a:ext cx="809427" cy="354124"/>
          </a:xfrm>
          <a:prstGeom prst="rect">
            <a:avLst/>
          </a:prstGeom>
        </p:spPr>
      </p:pic>
    </p:spTree>
    <p:extLst>
      <p:ext uri="{BB962C8B-B14F-4D97-AF65-F5344CB8AC3E}">
        <p14:creationId xmlns:p14="http://schemas.microsoft.com/office/powerpoint/2010/main" val="163784368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Photo Slide 2">
    <p:spTree>
      <p:nvGrpSpPr>
        <p:cNvPr id="1" name=""/>
        <p:cNvGrpSpPr/>
        <p:nvPr/>
      </p:nvGrpSpPr>
      <p:grpSpPr>
        <a:xfrm>
          <a:off x="0" y="0"/>
          <a:ext cx="0" cy="0"/>
          <a:chOff x="0" y="0"/>
          <a:chExt cx="0" cy="0"/>
        </a:xfrm>
      </p:grpSpPr>
      <p:pic>
        <p:nvPicPr>
          <p:cNvPr id="10" name="Picture 9" descr="A person sitting on a table&#10;&#10;Description automatically generated">
            <a:extLst>
              <a:ext uri="{FF2B5EF4-FFF2-40B4-BE49-F238E27FC236}">
                <a16:creationId xmlns:a16="http://schemas.microsoft.com/office/drawing/2014/main" id="{B6575AD6-5372-794E-A629-77FEE58F51F3}"/>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a:fillRect/>
          </a:stretch>
        </p:blipFill>
        <p:spPr>
          <a:xfrm flipH="1">
            <a:off x="0" y="0"/>
            <a:ext cx="4065104" cy="6858000"/>
          </a:xfrm>
          <a:prstGeom prst="rect">
            <a:avLst/>
          </a:prstGeom>
        </p:spPr>
      </p:pic>
      <p:sp>
        <p:nvSpPr>
          <p:cNvPr id="3" name="Content Placeholder 4">
            <a:extLst>
              <a:ext uri="{FF2B5EF4-FFF2-40B4-BE49-F238E27FC236}">
                <a16:creationId xmlns:a16="http://schemas.microsoft.com/office/drawing/2014/main" id="{8424F12A-DBA2-1EE1-AF44-650AE6F76020}"/>
              </a:ext>
            </a:extLst>
          </p:cNvPr>
          <p:cNvSpPr>
            <a:spLocks noGrp="1"/>
          </p:cNvSpPr>
          <p:nvPr>
            <p:ph sz="quarter" idx="10"/>
          </p:nvPr>
        </p:nvSpPr>
        <p:spPr>
          <a:xfrm>
            <a:off x="4504609" y="1031229"/>
            <a:ext cx="7245330" cy="4806434"/>
          </a:xfrm>
          <a:prstGeom prst="rect">
            <a:avLst/>
          </a:prstGeom>
        </p:spPr>
        <p:txBody>
          <a:bodyPr lIns="0"/>
          <a:lstStyle>
            <a:lvl1pPr>
              <a:defRPr>
                <a:latin typeface="GT Walsheim Pro" pitchFamily="2" charset="77"/>
              </a:defRPr>
            </a:lvl1pPr>
            <a:lvl2pPr>
              <a:defRPr sz="2400">
                <a:latin typeface="GT Walsheim Pro" pitchFamily="2" charset="77"/>
              </a:defRPr>
            </a:lvl2pPr>
            <a:lvl3pPr>
              <a:defRPr sz="1800">
                <a:latin typeface="GT Walsheim Pro" pitchFamily="2" charset="77"/>
              </a:defRPr>
            </a:lvl3pPr>
            <a:lvl4pPr>
              <a:defRPr>
                <a:latin typeface="GT Walsheim Pro" pitchFamily="2" charset="77"/>
              </a:defRPr>
            </a:lvl4pPr>
            <a:lvl5pPr>
              <a:defRPr>
                <a:latin typeface="GT Walsheim Pro" pitchFamily="2" charset="77"/>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575283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_Photo Slide 2">
    <p:spTree>
      <p:nvGrpSpPr>
        <p:cNvPr id="1" name=""/>
        <p:cNvGrpSpPr/>
        <p:nvPr/>
      </p:nvGrpSpPr>
      <p:grpSpPr>
        <a:xfrm>
          <a:off x="0" y="0"/>
          <a:ext cx="0" cy="0"/>
          <a:chOff x="0" y="0"/>
          <a:chExt cx="0" cy="0"/>
        </a:xfrm>
      </p:grpSpPr>
      <p:pic>
        <p:nvPicPr>
          <p:cNvPr id="12" name="Picture 11" descr="A person sitting on a sofa&#10;&#10;Description automatically generated">
            <a:extLst>
              <a:ext uri="{FF2B5EF4-FFF2-40B4-BE49-F238E27FC236}">
                <a16:creationId xmlns:a16="http://schemas.microsoft.com/office/drawing/2014/main" id="{7494BE85-1F14-354B-AA3C-E7F4CF5BC1CD}"/>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4062549" y="0"/>
            <a:ext cx="8129451" cy="6858000"/>
          </a:xfrm>
          <a:prstGeom prst="rect">
            <a:avLst/>
          </a:prstGeom>
        </p:spPr>
      </p:pic>
      <p:sp>
        <p:nvSpPr>
          <p:cNvPr id="11" name="Content Placeholder 4">
            <a:extLst>
              <a:ext uri="{FF2B5EF4-FFF2-40B4-BE49-F238E27FC236}">
                <a16:creationId xmlns:a16="http://schemas.microsoft.com/office/drawing/2014/main" id="{40AC9E66-C96E-2C47-97BA-7E95D1823A5F}"/>
              </a:ext>
            </a:extLst>
          </p:cNvPr>
          <p:cNvSpPr>
            <a:spLocks noGrp="1"/>
          </p:cNvSpPr>
          <p:nvPr>
            <p:ph sz="quarter" idx="11"/>
          </p:nvPr>
        </p:nvSpPr>
        <p:spPr>
          <a:xfrm>
            <a:off x="442061" y="1025783"/>
            <a:ext cx="3183764" cy="4806434"/>
          </a:xfrm>
          <a:prstGeom prst="rect">
            <a:avLst/>
          </a:prstGeom>
        </p:spPr>
        <p:txBody>
          <a:bodyPr lIns="0"/>
          <a:lstStyle>
            <a:lvl1pPr>
              <a:defRPr>
                <a:solidFill>
                  <a:schemeClr val="tx1"/>
                </a:solidFill>
                <a:latin typeface="GT Walsheim Pro" pitchFamily="2" charset="77"/>
              </a:defRPr>
            </a:lvl1pPr>
            <a:lvl2pPr>
              <a:defRPr sz="2400">
                <a:solidFill>
                  <a:schemeClr val="tx1"/>
                </a:solidFill>
                <a:latin typeface="GT Walsheim Pro" pitchFamily="2" charset="77"/>
              </a:defRPr>
            </a:lvl2pPr>
            <a:lvl3pPr>
              <a:defRPr sz="1800">
                <a:solidFill>
                  <a:schemeClr val="tx1"/>
                </a:solidFill>
                <a:latin typeface="GT Walsheim Pro" pitchFamily="2" charset="77"/>
              </a:defRPr>
            </a:lvl3pPr>
            <a:lvl4pPr>
              <a:defRPr>
                <a:latin typeface="GT Walsheim Pro" pitchFamily="2" charset="77"/>
              </a:defRPr>
            </a:lvl4pPr>
            <a:lvl5pPr>
              <a:defRPr>
                <a:latin typeface="GT Walsheim Pro" pitchFamily="2" charset="77"/>
              </a:defRPr>
            </a:lvl5pPr>
          </a:lstStyle>
          <a:p>
            <a:pPr lvl="0"/>
            <a:r>
              <a:rPr lang="en-US"/>
              <a:t>Click to edit Master text styles</a:t>
            </a:r>
          </a:p>
          <a:p>
            <a:pPr lvl="1"/>
            <a:r>
              <a:rPr lang="en-US"/>
              <a:t>Second level</a:t>
            </a:r>
          </a:p>
          <a:p>
            <a:pPr lvl="2"/>
            <a:r>
              <a:rPr lang="en-US"/>
              <a:t>Third level</a:t>
            </a:r>
          </a:p>
        </p:txBody>
      </p:sp>
      <p:grpSp>
        <p:nvGrpSpPr>
          <p:cNvPr id="13" name="Group 12">
            <a:extLst>
              <a:ext uri="{FF2B5EF4-FFF2-40B4-BE49-F238E27FC236}">
                <a16:creationId xmlns:a16="http://schemas.microsoft.com/office/drawing/2014/main" id="{615D0A79-8D95-494E-96CF-26ED5B4589A2}"/>
              </a:ext>
            </a:extLst>
          </p:cNvPr>
          <p:cNvGrpSpPr/>
          <p:nvPr userDrawn="1"/>
        </p:nvGrpSpPr>
        <p:grpSpPr>
          <a:xfrm>
            <a:off x="11275507" y="6413944"/>
            <a:ext cx="639902" cy="165470"/>
            <a:chOff x="2445764" y="377190"/>
            <a:chExt cx="1768077" cy="457200"/>
          </a:xfrm>
        </p:grpSpPr>
        <p:sp>
          <p:nvSpPr>
            <p:cNvPr id="14" name="Right Triangle 13">
              <a:extLst>
                <a:ext uri="{FF2B5EF4-FFF2-40B4-BE49-F238E27FC236}">
                  <a16:creationId xmlns:a16="http://schemas.microsoft.com/office/drawing/2014/main" id="{E3D43AD3-FA8C-8147-862C-906A9DBDE6CB}"/>
                </a:ext>
              </a:extLst>
            </p:cNvPr>
            <p:cNvSpPr/>
            <p:nvPr/>
          </p:nvSpPr>
          <p:spPr>
            <a:xfrm rot="16200000">
              <a:off x="3756641" y="377190"/>
              <a:ext cx="457200" cy="457200"/>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1DC5B02F-21FA-E343-992A-556942375E9A}"/>
                </a:ext>
              </a:extLst>
            </p:cNvPr>
            <p:cNvSpPr/>
            <p:nvPr/>
          </p:nvSpPr>
          <p:spPr>
            <a:xfrm>
              <a:off x="3101202" y="377190"/>
              <a:ext cx="4572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1875FD0-B9EA-8247-926C-7E4E8E24ADB9}"/>
                </a:ext>
              </a:extLst>
            </p:cNvPr>
            <p:cNvSpPr/>
            <p:nvPr/>
          </p:nvSpPr>
          <p:spPr>
            <a:xfrm>
              <a:off x="2445764" y="377190"/>
              <a:ext cx="457200" cy="4572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 name="Picture 1" descr="A logo with blue letters&#10;&#10;AI-generated content may be incorrect.">
            <a:extLst>
              <a:ext uri="{FF2B5EF4-FFF2-40B4-BE49-F238E27FC236}">
                <a16:creationId xmlns:a16="http://schemas.microsoft.com/office/drawing/2014/main" id="{37144E65-B8A9-B6CC-9EEA-326F9B43AF53}"/>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217989" y="182684"/>
            <a:ext cx="809427" cy="354124"/>
          </a:xfrm>
          <a:prstGeom prst="rect">
            <a:avLst/>
          </a:prstGeom>
        </p:spPr>
      </p:pic>
    </p:spTree>
    <p:extLst>
      <p:ext uri="{BB962C8B-B14F-4D97-AF65-F5344CB8AC3E}">
        <p14:creationId xmlns:p14="http://schemas.microsoft.com/office/powerpoint/2010/main" val="170624363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4_Custom Layout">
    <p:spTree>
      <p:nvGrpSpPr>
        <p:cNvPr id="1" name=""/>
        <p:cNvGrpSpPr/>
        <p:nvPr/>
      </p:nvGrpSpPr>
      <p:grpSpPr>
        <a:xfrm>
          <a:off x="0" y="0"/>
          <a:ext cx="0" cy="0"/>
          <a:chOff x="0" y="0"/>
          <a:chExt cx="0" cy="0"/>
        </a:xfrm>
      </p:grpSpPr>
      <p:sp>
        <p:nvSpPr>
          <p:cNvPr id="7" name="Content Placeholder 4">
            <a:extLst>
              <a:ext uri="{FF2B5EF4-FFF2-40B4-BE49-F238E27FC236}">
                <a16:creationId xmlns:a16="http://schemas.microsoft.com/office/drawing/2014/main" id="{56099AA4-8BE9-CC48-BD8F-2A55A8468E47}"/>
              </a:ext>
            </a:extLst>
          </p:cNvPr>
          <p:cNvSpPr>
            <a:spLocks noGrp="1"/>
          </p:cNvSpPr>
          <p:nvPr>
            <p:ph sz="quarter" idx="11"/>
          </p:nvPr>
        </p:nvSpPr>
        <p:spPr>
          <a:xfrm>
            <a:off x="442061" y="1025783"/>
            <a:ext cx="11176574" cy="4806434"/>
          </a:xfrm>
          <a:prstGeom prst="rect">
            <a:avLst/>
          </a:prstGeom>
        </p:spPr>
        <p:txBody>
          <a:bodyPr lIns="0"/>
          <a:lstStyle>
            <a:lvl1pPr>
              <a:defRPr>
                <a:latin typeface="GT Walsheim Pro" pitchFamily="2" charset="77"/>
              </a:defRPr>
            </a:lvl1pPr>
            <a:lvl2pPr>
              <a:defRPr sz="2400">
                <a:latin typeface="GT Walsheim Pro" pitchFamily="2" charset="77"/>
              </a:defRPr>
            </a:lvl2pPr>
            <a:lvl3pPr>
              <a:defRPr sz="1800">
                <a:latin typeface="GT Walsheim Pro" pitchFamily="2" charset="77"/>
              </a:defRPr>
            </a:lvl3pPr>
            <a:lvl4pPr>
              <a:defRPr>
                <a:latin typeface="GT Walsheim Pro" pitchFamily="2" charset="77"/>
              </a:defRPr>
            </a:lvl4pPr>
            <a:lvl5pPr>
              <a:defRPr>
                <a:latin typeface="GT Walsheim Pro" pitchFamily="2" charset="77"/>
              </a:defRPr>
            </a:lvl5pPr>
          </a:lstStyle>
          <a:p>
            <a:pPr lvl="0"/>
            <a:r>
              <a:rPr lang="en-US"/>
              <a:t>Click to edit Master text styles</a:t>
            </a:r>
          </a:p>
          <a:p>
            <a:pPr lvl="1"/>
            <a:r>
              <a:rPr lang="en-US"/>
              <a:t>Second level</a:t>
            </a:r>
          </a:p>
          <a:p>
            <a:pPr lvl="2"/>
            <a:r>
              <a:rPr lang="en-US"/>
              <a:t>Third level</a:t>
            </a:r>
          </a:p>
        </p:txBody>
      </p:sp>
      <p:grpSp>
        <p:nvGrpSpPr>
          <p:cNvPr id="9" name="Group 8">
            <a:extLst>
              <a:ext uri="{FF2B5EF4-FFF2-40B4-BE49-F238E27FC236}">
                <a16:creationId xmlns:a16="http://schemas.microsoft.com/office/drawing/2014/main" id="{59CBD0D5-DB3C-444A-AF08-6BFFBCD689CE}"/>
              </a:ext>
            </a:extLst>
          </p:cNvPr>
          <p:cNvGrpSpPr/>
          <p:nvPr userDrawn="1"/>
        </p:nvGrpSpPr>
        <p:grpSpPr>
          <a:xfrm>
            <a:off x="11275507" y="6413944"/>
            <a:ext cx="639902" cy="165470"/>
            <a:chOff x="2445764" y="377190"/>
            <a:chExt cx="1768077" cy="457200"/>
          </a:xfrm>
        </p:grpSpPr>
        <p:sp>
          <p:nvSpPr>
            <p:cNvPr id="10" name="Right Triangle 9">
              <a:extLst>
                <a:ext uri="{FF2B5EF4-FFF2-40B4-BE49-F238E27FC236}">
                  <a16:creationId xmlns:a16="http://schemas.microsoft.com/office/drawing/2014/main" id="{E0A938EB-ED76-A647-ADE6-93E7FE5ADD9B}"/>
                </a:ext>
              </a:extLst>
            </p:cNvPr>
            <p:cNvSpPr/>
            <p:nvPr/>
          </p:nvSpPr>
          <p:spPr>
            <a:xfrm rot="16200000">
              <a:off x="3756641" y="377190"/>
              <a:ext cx="457200" cy="4572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440AA6A-8DBC-D94F-BF05-BCECC797D589}"/>
                </a:ext>
              </a:extLst>
            </p:cNvPr>
            <p:cNvSpPr/>
            <p:nvPr/>
          </p:nvSpPr>
          <p:spPr>
            <a:xfrm>
              <a:off x="3101202" y="377190"/>
              <a:ext cx="4572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15ACF89-9B52-4646-B48D-31B3C8481EB2}"/>
                </a:ext>
              </a:extLst>
            </p:cNvPr>
            <p:cNvSpPr/>
            <p:nvPr/>
          </p:nvSpPr>
          <p:spPr>
            <a:xfrm>
              <a:off x="2445764" y="377190"/>
              <a:ext cx="457200" cy="4572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 name="Picture 1" descr="A logo with blue letters&#10;&#10;AI-generated content may be incorrect.">
            <a:extLst>
              <a:ext uri="{FF2B5EF4-FFF2-40B4-BE49-F238E27FC236}">
                <a16:creationId xmlns:a16="http://schemas.microsoft.com/office/drawing/2014/main" id="{99E53BD8-1A8A-0633-0795-EBAE9E070DD1}"/>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217989" y="182684"/>
            <a:ext cx="809427" cy="354124"/>
          </a:xfrm>
          <a:prstGeom prst="rect">
            <a:avLst/>
          </a:prstGeom>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x">
  <p:cSld name="5_Custom Layout">
    <p:spTree>
      <p:nvGrpSpPr>
        <p:cNvPr id="1" name=""/>
        <p:cNvGrpSpPr/>
        <p:nvPr/>
      </p:nvGrpSpPr>
      <p:grpSpPr>
        <a:xfrm>
          <a:off x="0" y="0"/>
          <a:ext cx="0" cy="0"/>
          <a:chOff x="0" y="0"/>
          <a:chExt cx="0" cy="0"/>
        </a:xfrm>
      </p:grpSpPr>
      <p:sp>
        <p:nvSpPr>
          <p:cNvPr id="266" name="Body Level One…"/>
          <p:cNvSpPr txBox="1">
            <a:spLocks noGrp="1"/>
          </p:cNvSpPr>
          <p:nvPr>
            <p:ph type="body" idx="1"/>
          </p:nvPr>
        </p:nvSpPr>
        <p:spPr>
          <a:xfrm>
            <a:off x="442061" y="1209502"/>
            <a:ext cx="11176575" cy="4622716"/>
          </a:xfrm>
          <a:prstGeom prst="rect">
            <a:avLst/>
          </a:prstGeom>
        </p:spPr>
        <p:txBody>
          <a:bodyPr/>
          <a:lstStyle>
            <a:lvl1pPr>
              <a:defRPr>
                <a:latin typeface="GT Walsheim Pro Light"/>
                <a:ea typeface="GT Walsheim Pro Light"/>
                <a:cs typeface="GT Walsheim Pro Light"/>
                <a:sym typeface="GT Walsheim Pro Light"/>
              </a:defRPr>
            </a:lvl1pPr>
            <a:lvl2pPr>
              <a:defRPr>
                <a:latin typeface="GT Walsheim Pro Light"/>
                <a:ea typeface="GT Walsheim Pro Light"/>
                <a:cs typeface="GT Walsheim Pro Light"/>
                <a:sym typeface="GT Walsheim Pro Light"/>
              </a:defRPr>
            </a:lvl2pPr>
            <a:lvl3pPr>
              <a:defRPr>
                <a:latin typeface="GT Walsheim Pro Light"/>
                <a:ea typeface="GT Walsheim Pro Light"/>
                <a:cs typeface="GT Walsheim Pro Light"/>
                <a:sym typeface="GT Walsheim Pro Light"/>
              </a:defRPr>
            </a:lvl3pPr>
            <a:lvl4pPr>
              <a:defRPr>
                <a:latin typeface="GT Walsheim Pro Light"/>
                <a:ea typeface="GT Walsheim Pro Light"/>
                <a:cs typeface="GT Walsheim Pro Light"/>
                <a:sym typeface="GT Walsheim Pro Light"/>
              </a:defRPr>
            </a:lvl4pPr>
            <a:lvl5pPr>
              <a:defRPr>
                <a:latin typeface="GT Walsheim Pro Light"/>
                <a:ea typeface="GT Walsheim Pro Light"/>
                <a:cs typeface="GT Walsheim Pro Light"/>
                <a:sym typeface="GT Walsheim Pro Light"/>
              </a:defRPr>
            </a:lvl5pPr>
          </a:lstStyle>
          <a:p>
            <a:r>
              <a:t>Body Level One</a:t>
            </a:r>
          </a:p>
          <a:p>
            <a:pPr lvl="1"/>
            <a:r>
              <a:t>Body Level Two</a:t>
            </a:r>
          </a:p>
          <a:p>
            <a:pPr lvl="2"/>
            <a:r>
              <a:t>Body Level Three</a:t>
            </a:r>
          </a:p>
          <a:p>
            <a:pPr lvl="3"/>
            <a:r>
              <a:t>Body Level Four</a:t>
            </a:r>
          </a:p>
          <a:p>
            <a:pPr lvl="4"/>
            <a:r>
              <a:t>Body Level Five</a:t>
            </a:r>
          </a:p>
        </p:txBody>
      </p:sp>
      <p:grpSp>
        <p:nvGrpSpPr>
          <p:cNvPr id="270" name="Group 8"/>
          <p:cNvGrpSpPr/>
          <p:nvPr/>
        </p:nvGrpSpPr>
        <p:grpSpPr>
          <a:xfrm>
            <a:off x="11275507" y="6413944"/>
            <a:ext cx="639902" cy="165471"/>
            <a:chOff x="0" y="0"/>
            <a:chExt cx="639901" cy="165470"/>
          </a:xfrm>
        </p:grpSpPr>
        <p:sp>
          <p:nvSpPr>
            <p:cNvPr id="267" name="Right Triangle 9"/>
            <p:cNvSpPr/>
            <p:nvPr/>
          </p:nvSpPr>
          <p:spPr>
            <a:xfrm rot="16200000">
              <a:off x="474431" y="0"/>
              <a:ext cx="165471" cy="16547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0" y="0"/>
                  </a:lnTo>
                  <a:close/>
                </a:path>
              </a:pathLst>
            </a:custGeom>
            <a:solidFill>
              <a:schemeClr val="accent4"/>
            </a:solidFill>
            <a:ln w="12700" cap="flat">
              <a:noFill/>
              <a:miter lim="400000"/>
            </a:ln>
            <a:effectLst/>
          </p:spPr>
          <p:txBody>
            <a:bodyPr wrap="square" lIns="45719" tIns="45719" rIns="45719" bIns="45719" numCol="1" anchor="ctr">
              <a:noAutofit/>
            </a:bodyPr>
            <a:lstStyle/>
            <a:p>
              <a:pPr algn="ctr">
                <a:defRPr>
                  <a:solidFill>
                    <a:srgbClr val="FFFFFF"/>
                  </a:solidFill>
                  <a:latin typeface="GT Walsheim Pro Light"/>
                  <a:ea typeface="GT Walsheim Pro Light"/>
                  <a:cs typeface="GT Walsheim Pro Light"/>
                  <a:sym typeface="GT Walsheim Pro Light"/>
                </a:defRPr>
              </a:pPr>
              <a:endParaRPr/>
            </a:p>
          </p:txBody>
        </p:sp>
        <p:sp>
          <p:nvSpPr>
            <p:cNvPr id="268" name="Rectangle 10"/>
            <p:cNvSpPr/>
            <p:nvPr/>
          </p:nvSpPr>
          <p:spPr>
            <a:xfrm>
              <a:off x="237215" y="0"/>
              <a:ext cx="165470" cy="165470"/>
            </a:xfrm>
            <a:prstGeom prst="rect">
              <a:avLst/>
            </a:prstGeom>
            <a:solidFill>
              <a:schemeClr val="accent2"/>
            </a:solidFill>
            <a:ln w="12700" cap="flat">
              <a:noFill/>
              <a:miter lim="400000"/>
            </a:ln>
            <a:effectLst/>
          </p:spPr>
          <p:txBody>
            <a:bodyPr wrap="square" lIns="45719" tIns="45719" rIns="45719" bIns="45719" numCol="1" anchor="ctr">
              <a:noAutofit/>
            </a:bodyPr>
            <a:lstStyle/>
            <a:p>
              <a:pPr algn="ctr">
                <a:defRPr>
                  <a:solidFill>
                    <a:srgbClr val="FFFFFF"/>
                  </a:solidFill>
                  <a:latin typeface="GT Walsheim Pro Light"/>
                  <a:ea typeface="GT Walsheim Pro Light"/>
                  <a:cs typeface="GT Walsheim Pro Light"/>
                  <a:sym typeface="GT Walsheim Pro Light"/>
                </a:defRPr>
              </a:pPr>
              <a:endParaRPr/>
            </a:p>
          </p:txBody>
        </p:sp>
        <p:sp>
          <p:nvSpPr>
            <p:cNvPr id="269" name="Oval 11"/>
            <p:cNvSpPr/>
            <p:nvPr/>
          </p:nvSpPr>
          <p:spPr>
            <a:xfrm>
              <a:off x="0" y="0"/>
              <a:ext cx="165470" cy="165470"/>
            </a:xfrm>
            <a:prstGeom prst="ellipse">
              <a:avLst/>
            </a:prstGeom>
            <a:solidFill>
              <a:schemeClr val="accent1"/>
            </a:solidFill>
            <a:ln w="12700" cap="flat">
              <a:noFill/>
              <a:miter lim="400000"/>
            </a:ln>
            <a:effectLst/>
          </p:spPr>
          <p:txBody>
            <a:bodyPr wrap="square" lIns="45719" tIns="45719" rIns="45719" bIns="45719" numCol="1" anchor="ctr">
              <a:noAutofit/>
            </a:bodyPr>
            <a:lstStyle/>
            <a:p>
              <a:pPr algn="ctr">
                <a:defRPr>
                  <a:solidFill>
                    <a:srgbClr val="FFFFFF"/>
                  </a:solidFill>
                  <a:latin typeface="GT Walsheim Pro Light"/>
                  <a:ea typeface="GT Walsheim Pro Light"/>
                  <a:cs typeface="GT Walsheim Pro Light"/>
                  <a:sym typeface="GT Walsheim Pro Light"/>
                </a:defRPr>
              </a:pPr>
              <a:endParaRPr/>
            </a:p>
          </p:txBody>
        </p:sp>
      </p:grpSp>
      <p:sp>
        <p:nvSpPr>
          <p:cNvPr id="271" name="Title Text"/>
          <p:cNvSpPr txBox="1">
            <a:spLocks noGrp="1"/>
          </p:cNvSpPr>
          <p:nvPr>
            <p:ph type="title"/>
          </p:nvPr>
        </p:nvSpPr>
        <p:spPr>
          <a:xfrm>
            <a:off x="350402" y="388969"/>
            <a:ext cx="8612745" cy="733378"/>
          </a:xfrm>
          <a:prstGeom prst="rect">
            <a:avLst/>
          </a:prstGeom>
        </p:spPr>
        <p:txBody>
          <a:bodyPr anchor="ctr">
            <a:noAutofit/>
          </a:bodyPr>
          <a:lstStyle>
            <a:lvl1pPr>
              <a:defRPr sz="3200" spc="-109"/>
            </a:lvl1pPr>
          </a:lstStyle>
          <a:p>
            <a:r>
              <a:t>Title Text</a:t>
            </a:r>
          </a:p>
        </p:txBody>
      </p:sp>
      <p:pic>
        <p:nvPicPr>
          <p:cNvPr id="3" name="Picture 2" descr="A logo with blue letters&#10;&#10;AI-generated content may be incorrect.">
            <a:extLst>
              <a:ext uri="{FF2B5EF4-FFF2-40B4-BE49-F238E27FC236}">
                <a16:creationId xmlns:a16="http://schemas.microsoft.com/office/drawing/2014/main" id="{AF914DC6-3646-581B-A192-1E97CF5EA3B2}"/>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217989" y="182684"/>
            <a:ext cx="809427" cy="354124"/>
          </a:xfrm>
          <a:prstGeom prst="rect">
            <a:avLst/>
          </a:prstGeom>
        </p:spPr>
      </p:pic>
    </p:spTree>
    <p:extLst>
      <p:ext uri="{BB962C8B-B14F-4D97-AF65-F5344CB8AC3E}">
        <p14:creationId xmlns:p14="http://schemas.microsoft.com/office/powerpoint/2010/main" val="1386193832"/>
      </p:ext>
    </p:extLst>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Slide 1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FFFFF"/>
          </a:solidFill>
          <a:ln/>
        </p:spPr>
        <p:txBody>
          <a:bodyPr/>
          <a:lstStyle/>
          <a:p>
            <a:endParaRPr lang="en-US" sz="1125"/>
          </a:p>
        </p:txBody>
      </p:sp>
    </p:spTree>
    <p:extLst>
      <p:ext uri="{BB962C8B-B14F-4D97-AF65-F5344CB8AC3E}">
        <p14:creationId xmlns:p14="http://schemas.microsoft.com/office/powerpoint/2010/main" val="92020411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Slide 2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FFFFF"/>
          </a:solidFill>
          <a:ln/>
        </p:spPr>
        <p:txBody>
          <a:bodyPr/>
          <a:lstStyle/>
          <a:p>
            <a:endParaRPr lang="en-US"/>
          </a:p>
        </p:txBody>
      </p:sp>
    </p:spTree>
    <p:extLst>
      <p:ext uri="{BB962C8B-B14F-4D97-AF65-F5344CB8AC3E}">
        <p14:creationId xmlns:p14="http://schemas.microsoft.com/office/powerpoint/2010/main" val="321518841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53966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17" Type="http://schemas.openxmlformats.org/officeDocument/2006/relationships/theme" Target="../theme/theme2.xml"/><Relationship Id="rId2" Type="http://schemas.openxmlformats.org/officeDocument/2006/relationships/slideLayout" Target="../slideLayouts/slideLayout17.xml"/><Relationship Id="rId16" Type="http://schemas.openxmlformats.org/officeDocument/2006/relationships/slideLayout" Target="../slideLayouts/slideLayout31.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slideLayout" Target="../slideLayouts/slideLayout3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77184672"/>
      </p:ext>
    </p:extLst>
  </p:cSld>
  <p:clrMap bg1="lt1" tx1="dk1" bg2="lt2" tx2="dk2" accent1="accent1" accent2="accent2" accent3="accent3" accent4="accent4" accent5="accent5" accent6="accent6" hlink="hlink" folHlink="folHlink"/>
  <p:sldLayoutIdLst>
    <p:sldLayoutId id="2147484025" r:id="rId1"/>
    <p:sldLayoutId id="2147484026" r:id="rId2"/>
    <p:sldLayoutId id="2147484019" r:id="rId3"/>
    <p:sldLayoutId id="2147484020" r:id="rId4"/>
    <p:sldLayoutId id="2147484027" r:id="rId5"/>
    <p:sldLayoutId id="2147484021" r:id="rId6"/>
    <p:sldLayoutId id="2147484029" r:id="rId7"/>
    <p:sldLayoutId id="2147484030" r:id="rId8"/>
    <p:sldLayoutId id="2147484022" r:id="rId9"/>
    <p:sldLayoutId id="2147484023" r:id="rId10"/>
    <p:sldLayoutId id="2147484024" r:id="rId11"/>
    <p:sldLayoutId id="2147484012" r:id="rId12"/>
    <p:sldLayoutId id="2147484032" r:id="rId13"/>
    <p:sldLayoutId id="2147484034" r:id="rId14"/>
    <p:sldLayoutId id="2147484038" r:id="rId15"/>
  </p:sldLayoutIdLst>
  <p:hf hdr="0" ftr="0" dt="0"/>
  <p:txStyles>
    <p:titleStyle>
      <a:lvl1pPr algn="l" defTabSz="914318" rtl="0" eaLnBrk="1" latinLnBrk="0" hangingPunct="1">
        <a:lnSpc>
          <a:spcPct val="80000"/>
        </a:lnSpc>
        <a:spcBef>
          <a:spcPct val="0"/>
        </a:spcBef>
        <a:buNone/>
        <a:defRPr sz="4400" kern="1200" spc="-151" baseline="0">
          <a:solidFill>
            <a:schemeClr val="tx1"/>
          </a:solidFill>
          <a:latin typeface="Circular Std Book" panose="020B0604020101020102" pitchFamily="34" charset="77"/>
          <a:ea typeface="+mj-ea"/>
          <a:cs typeface="Circular Std Book" panose="020B0604020101020102" pitchFamily="34" charset="77"/>
        </a:defRPr>
      </a:lvl1pPr>
    </p:titleStyle>
    <p:bodyStyle>
      <a:lvl1pPr marL="0" indent="0" algn="l" defTabSz="914318" rtl="0" eaLnBrk="1" latinLnBrk="0" hangingPunct="1">
        <a:lnSpc>
          <a:spcPct val="120000"/>
        </a:lnSpc>
        <a:spcBef>
          <a:spcPts val="1000"/>
        </a:spcBef>
        <a:buFont typeface="Arial" panose="020B0604020202020204" pitchFamily="34" charset="0"/>
        <a:buNone/>
        <a:defRPr sz="2800" kern="1200">
          <a:solidFill>
            <a:schemeClr val="tx1"/>
          </a:solidFill>
          <a:latin typeface="Circular Std Book" panose="020B0604020101020102" pitchFamily="34" charset="77"/>
          <a:ea typeface="+mn-ea"/>
          <a:cs typeface="Circular Std Book" panose="020B0604020101020102" pitchFamily="34" charset="77"/>
        </a:defRPr>
      </a:lvl1pPr>
      <a:lvl2pPr marL="0" indent="0" algn="l" defTabSz="914318" rtl="0" eaLnBrk="1" latinLnBrk="0" hangingPunct="1">
        <a:lnSpc>
          <a:spcPct val="120000"/>
        </a:lnSpc>
        <a:spcBef>
          <a:spcPts val="499"/>
        </a:spcBef>
        <a:buFont typeface="Arial" panose="020B0604020202020204" pitchFamily="34" charset="0"/>
        <a:buNone/>
        <a:defRPr sz="1800" kern="1200">
          <a:solidFill>
            <a:schemeClr val="tx1"/>
          </a:solidFill>
          <a:latin typeface="Circular Std Book" panose="020B0604020101020102" pitchFamily="34" charset="77"/>
          <a:ea typeface="+mn-ea"/>
          <a:cs typeface="Circular Std Book" panose="020B0604020101020102" pitchFamily="34" charset="77"/>
        </a:defRPr>
      </a:lvl2pPr>
      <a:lvl3pPr marL="0" indent="0" algn="l" defTabSz="914318" rtl="0" eaLnBrk="1" latinLnBrk="0" hangingPunct="1">
        <a:lnSpc>
          <a:spcPct val="120000"/>
        </a:lnSpc>
        <a:spcBef>
          <a:spcPts val="499"/>
        </a:spcBef>
        <a:buFont typeface="Arial" panose="020B0604020202020204" pitchFamily="34" charset="0"/>
        <a:buNone/>
        <a:defRPr sz="1200" kern="1200">
          <a:solidFill>
            <a:schemeClr val="tx1"/>
          </a:solidFill>
          <a:latin typeface="Circular Std Book" panose="020B0604020101020102" pitchFamily="34" charset="77"/>
          <a:ea typeface="+mn-ea"/>
          <a:cs typeface="Circular Std Book" panose="020B0604020101020102" pitchFamily="34" charset="77"/>
        </a:defRPr>
      </a:lvl3pPr>
      <a:lvl4pPr marL="0" indent="0" algn="l" defTabSz="914318" rtl="0" eaLnBrk="1" latinLnBrk="0" hangingPunct="1">
        <a:lnSpc>
          <a:spcPct val="120000"/>
        </a:lnSpc>
        <a:spcBef>
          <a:spcPts val="499"/>
        </a:spcBef>
        <a:buFont typeface="Arial" panose="020B0604020202020204" pitchFamily="34" charset="0"/>
        <a:buNone/>
        <a:defRPr sz="1000" kern="1200">
          <a:solidFill>
            <a:schemeClr val="tx1">
              <a:alpha val="70000"/>
            </a:schemeClr>
          </a:solidFill>
          <a:latin typeface="Circular Std Book" panose="020B0604020101020102" pitchFamily="34" charset="77"/>
          <a:ea typeface="+mn-ea"/>
          <a:cs typeface="Circular Std Book" panose="020B0604020101020102" pitchFamily="34" charset="77"/>
        </a:defRPr>
      </a:lvl4pPr>
      <a:lvl5pPr marL="0" indent="0" algn="l" defTabSz="914318" rtl="0" eaLnBrk="1" latinLnBrk="0" hangingPunct="1">
        <a:lnSpc>
          <a:spcPct val="120000"/>
        </a:lnSpc>
        <a:spcBef>
          <a:spcPts val="499"/>
        </a:spcBef>
        <a:buFont typeface="Arial" panose="020B0604020202020204" pitchFamily="34" charset="0"/>
        <a:buNone/>
        <a:defRPr sz="1000" kern="1200" baseline="0">
          <a:solidFill>
            <a:schemeClr val="tx1">
              <a:alpha val="50000"/>
            </a:schemeClr>
          </a:solidFill>
          <a:latin typeface="Circular Std Book" panose="020B0604020101020102" pitchFamily="34" charset="77"/>
          <a:ea typeface="+mn-ea"/>
          <a:cs typeface="Circular Std Book" panose="020B0604020101020102" pitchFamily="34" charset="77"/>
        </a:defRPr>
      </a:lvl5pPr>
      <a:lvl6pPr marL="2514374"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6pPr>
      <a:lvl7pPr marL="2971534"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7pPr>
      <a:lvl8pPr marL="3428692"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8pPr>
      <a:lvl9pPr marL="3885850"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18" rtl="0" eaLnBrk="1" latinLnBrk="0" hangingPunct="1">
        <a:defRPr sz="1800" kern="1200">
          <a:solidFill>
            <a:schemeClr val="tx1"/>
          </a:solidFill>
          <a:latin typeface="+mn-lt"/>
          <a:ea typeface="+mn-ea"/>
          <a:cs typeface="+mn-cs"/>
        </a:defRPr>
      </a:lvl1pPr>
      <a:lvl2pPr marL="457159" algn="l" defTabSz="914318" rtl="0" eaLnBrk="1" latinLnBrk="0" hangingPunct="1">
        <a:defRPr sz="1800" kern="1200">
          <a:solidFill>
            <a:schemeClr val="tx1"/>
          </a:solidFill>
          <a:latin typeface="+mn-lt"/>
          <a:ea typeface="+mn-ea"/>
          <a:cs typeface="+mn-cs"/>
        </a:defRPr>
      </a:lvl2pPr>
      <a:lvl3pPr marL="914318" algn="l" defTabSz="914318" rtl="0" eaLnBrk="1" latinLnBrk="0" hangingPunct="1">
        <a:defRPr sz="1800" kern="1200">
          <a:solidFill>
            <a:schemeClr val="tx1"/>
          </a:solidFill>
          <a:latin typeface="+mn-lt"/>
          <a:ea typeface="+mn-ea"/>
          <a:cs typeface="+mn-cs"/>
        </a:defRPr>
      </a:lvl3pPr>
      <a:lvl4pPr marL="1371478" algn="l" defTabSz="914318" rtl="0" eaLnBrk="1" latinLnBrk="0" hangingPunct="1">
        <a:defRPr sz="1800" kern="1200">
          <a:solidFill>
            <a:schemeClr val="tx1"/>
          </a:solidFill>
          <a:latin typeface="+mn-lt"/>
          <a:ea typeface="+mn-ea"/>
          <a:cs typeface="+mn-cs"/>
        </a:defRPr>
      </a:lvl4pPr>
      <a:lvl5pPr marL="1828636" algn="l" defTabSz="914318" rtl="0" eaLnBrk="1" latinLnBrk="0" hangingPunct="1">
        <a:defRPr sz="1800" kern="1200">
          <a:solidFill>
            <a:schemeClr val="tx1"/>
          </a:solidFill>
          <a:latin typeface="+mn-lt"/>
          <a:ea typeface="+mn-ea"/>
          <a:cs typeface="+mn-cs"/>
        </a:defRPr>
      </a:lvl5pPr>
      <a:lvl6pPr marL="2285794" algn="l" defTabSz="914318" rtl="0" eaLnBrk="1" latinLnBrk="0" hangingPunct="1">
        <a:defRPr sz="1800" kern="1200">
          <a:solidFill>
            <a:schemeClr val="tx1"/>
          </a:solidFill>
          <a:latin typeface="+mn-lt"/>
          <a:ea typeface="+mn-ea"/>
          <a:cs typeface="+mn-cs"/>
        </a:defRPr>
      </a:lvl6pPr>
      <a:lvl7pPr marL="2742953" algn="l" defTabSz="914318" rtl="0" eaLnBrk="1" latinLnBrk="0" hangingPunct="1">
        <a:defRPr sz="1800" kern="1200">
          <a:solidFill>
            <a:schemeClr val="tx1"/>
          </a:solidFill>
          <a:latin typeface="+mn-lt"/>
          <a:ea typeface="+mn-ea"/>
          <a:cs typeface="+mn-cs"/>
        </a:defRPr>
      </a:lvl7pPr>
      <a:lvl8pPr marL="3200112" algn="l" defTabSz="914318" rtl="0" eaLnBrk="1" latinLnBrk="0" hangingPunct="1">
        <a:defRPr sz="1800" kern="1200">
          <a:solidFill>
            <a:schemeClr val="tx1"/>
          </a:solidFill>
          <a:latin typeface="+mn-lt"/>
          <a:ea typeface="+mn-ea"/>
          <a:cs typeface="+mn-cs"/>
        </a:defRPr>
      </a:lvl8pPr>
      <a:lvl9pPr marL="3657271" algn="l" defTabSz="914318"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0" pos="3840">
          <p15:clr>
            <a:srgbClr val="F26B43"/>
          </p15:clr>
        </p15:guide>
        <p15:guide id="1" orient="horz" pos="2160">
          <p15:clr>
            <a:srgbClr val="F26B43"/>
          </p15:clr>
        </p15:guide>
        <p15:guide id="29" pos="7320" userDrawn="1">
          <p15:clr>
            <a:srgbClr val="F26B43"/>
          </p15:clr>
        </p15:guide>
        <p15:guide id="30" pos="38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1A2744"/>
        </a:solidFill>
        <a:effectLst/>
      </p:bgPr>
    </p:bg>
    <p:spTree>
      <p:nvGrpSpPr>
        <p:cNvPr id="1" name=""/>
        <p:cNvGrpSpPr/>
        <p:nvPr/>
      </p:nvGrpSpPr>
      <p:grpSpPr>
        <a:xfrm>
          <a:off x="0" y="0"/>
          <a:ext cx="0" cy="0"/>
          <a:chOff x="0" y="0"/>
          <a:chExt cx="0" cy="0"/>
        </a:xfrm>
      </p:grpSpPr>
      <p:sp>
        <p:nvSpPr>
          <p:cNvPr id="900" name="GoldAccentBar"/>
          <p:cNvSpPr>
            <a:spLocks noGrp="1"/>
          </p:cNvSpPr>
          <p:nvPr/>
        </p:nvSpPr>
        <p:spPr>
          <a:xfrm>
            <a:off x="0" y="6400000"/>
            <a:ext cx="9144000" cy="55000"/>
          </a:xfrm>
          <a:prstGeom prst="rect">
            <a:avLst/>
          </a:prstGeom>
          <a:solidFill>
            <a:srgbClr val="C8964A"/>
          </a:solidFill>
          <a:ln>
            <a:noFill/>
          </a:ln>
        </p:spPr>
        <p:txBody>
          <a:bodyPr/>
          <a:lstStyle/>
          <a:p>
            <a:endParaRPr/>
          </a:p>
        </p:txBody>
      </p:sp>
      <p:sp>
        <p:nvSpPr>
          <p:cNvPr id="901" name="LeftSideAccent"/>
          <p:cNvSpPr>
            <a:spLocks noGrp="1"/>
          </p:cNvSpPr>
          <p:nvPr/>
        </p:nvSpPr>
        <p:spPr>
          <a:xfrm>
            <a:off x="0" y="0"/>
            <a:ext cx="28000" cy="6858000"/>
          </a:xfrm>
          <a:prstGeom prst="rect">
            <a:avLst/>
          </a:prstGeom>
          <a:solidFill>
            <a:srgbClr val="C8964A"/>
          </a:solidFill>
          <a:ln>
            <a:noFill/>
          </a:ln>
        </p:spPr>
        <p:txBody>
          <a:bodyPr/>
          <a:lstStyle/>
          <a:p>
            <a:endParaRPr/>
          </a:p>
        </p:txBody>
      </p:sp>
    </p:spTree>
    <p:extLst>
      <p:ext uri="{BB962C8B-B14F-4D97-AF65-F5344CB8AC3E}">
        <p14:creationId xmlns:p14="http://schemas.microsoft.com/office/powerpoint/2010/main" val="1377184672"/>
      </p:ext>
    </p:extLst>
  </p:cSld>
  <p:clrMap bg1="lt1" tx1="dk1" bg2="lt2" tx2="dk2" accent1="accent1" accent2="accent2" accent3="accent3" accent4="accent4" accent5="accent5" accent6="accent6" hlink="hlink" folHlink="folHlink"/>
  <p:sldLayoutIdLst>
    <p:sldLayoutId id="2147484040" r:id="rId1"/>
    <p:sldLayoutId id="2147484041" r:id="rId2"/>
    <p:sldLayoutId id="2147484042" r:id="rId3"/>
    <p:sldLayoutId id="2147484043" r:id="rId4"/>
    <p:sldLayoutId id="2147484044" r:id="rId5"/>
    <p:sldLayoutId id="2147484045" r:id="rId6"/>
    <p:sldLayoutId id="2147484046" r:id="rId7"/>
    <p:sldLayoutId id="2147484047" r:id="rId8"/>
    <p:sldLayoutId id="2147484048" r:id="rId9"/>
    <p:sldLayoutId id="2147484049" r:id="rId10"/>
    <p:sldLayoutId id="2147484050" r:id="rId11"/>
    <p:sldLayoutId id="2147484051" r:id="rId12"/>
    <p:sldLayoutId id="2147484052" r:id="rId13"/>
    <p:sldLayoutId id="2147484053" r:id="rId14"/>
    <p:sldLayoutId id="2147484054" r:id="rId15"/>
    <p:sldLayoutId id="2147484055" r:id="rId16"/>
  </p:sldLayoutIdLst>
  <p:hf hdr="0" ftr="0" dt="0"/>
  <p:txStyles>
    <p:titleStyle>
      <a:lvl1pPr algn="l" defTabSz="914318" rtl="0" eaLnBrk="1" latinLnBrk="0" hangingPunct="1">
        <a:lnSpc>
          <a:spcPct val="80000"/>
        </a:lnSpc>
        <a:spcBef>
          <a:spcPct val="0"/>
        </a:spcBef>
        <a:buNone/>
        <a:defRPr sz="4400" kern="1200" spc="-151" baseline="0">
          <a:solidFill>
            <a:srgbClr val="FFFFFF"/>
          </a:solidFill>
          <a:latin typeface="Circular Std Book" panose="020B0604020101020102" pitchFamily="34" charset="77"/>
          <a:ea typeface="+mj-ea"/>
          <a:cs typeface="Circular Std Book" panose="020B0604020101020102" pitchFamily="34" charset="77"/>
        </a:defRPr>
      </a:lvl1pPr>
    </p:titleStyle>
    <p:bodyStyle>
      <a:lvl1pPr marL="0" indent="0" algn="l" defTabSz="914318" rtl="0" eaLnBrk="1" latinLnBrk="0" hangingPunct="1">
        <a:lnSpc>
          <a:spcPct val="120000"/>
        </a:lnSpc>
        <a:spcBef>
          <a:spcPts val="1000"/>
        </a:spcBef>
        <a:buFont typeface="Arial" panose="020B0604020202020204" pitchFamily="34" charset="0"/>
        <a:buNone/>
        <a:defRPr sz="2800" kern="1200">
          <a:solidFill>
            <a:srgbClr val="E8F0F7"/>
          </a:solidFill>
          <a:latin typeface="Circular Std Book" panose="020B0604020101020102" pitchFamily="34" charset="77"/>
          <a:ea typeface="+mn-ea"/>
          <a:cs typeface="Circular Std Book" panose="020B0604020101020102" pitchFamily="34" charset="77"/>
        </a:defRPr>
      </a:lvl1pPr>
      <a:lvl2pPr marL="0" indent="0" algn="l" defTabSz="914318" rtl="0" eaLnBrk="1" latinLnBrk="0" hangingPunct="1">
        <a:lnSpc>
          <a:spcPct val="120000"/>
        </a:lnSpc>
        <a:spcBef>
          <a:spcPts val="499"/>
        </a:spcBef>
        <a:buFont typeface="Arial" panose="020B0604020202020204" pitchFamily="34" charset="0"/>
        <a:buNone/>
        <a:defRPr sz="1800" kern="1200">
          <a:solidFill>
            <a:schemeClr val="tx1"/>
          </a:solidFill>
          <a:latin typeface="Circular Std Book" panose="020B0604020101020102" pitchFamily="34" charset="77"/>
          <a:ea typeface="+mn-ea"/>
          <a:cs typeface="Circular Std Book" panose="020B0604020101020102" pitchFamily="34" charset="77"/>
        </a:defRPr>
      </a:lvl2pPr>
      <a:lvl3pPr marL="0" indent="0" algn="l" defTabSz="914318" rtl="0" eaLnBrk="1" latinLnBrk="0" hangingPunct="1">
        <a:lnSpc>
          <a:spcPct val="120000"/>
        </a:lnSpc>
        <a:spcBef>
          <a:spcPts val="499"/>
        </a:spcBef>
        <a:buFont typeface="Arial" panose="020B0604020202020204" pitchFamily="34" charset="0"/>
        <a:buNone/>
        <a:defRPr sz="1200" kern="1200">
          <a:solidFill>
            <a:schemeClr val="tx1"/>
          </a:solidFill>
          <a:latin typeface="Circular Std Book" panose="020B0604020101020102" pitchFamily="34" charset="77"/>
          <a:ea typeface="+mn-ea"/>
          <a:cs typeface="Circular Std Book" panose="020B0604020101020102" pitchFamily="34" charset="77"/>
        </a:defRPr>
      </a:lvl3pPr>
      <a:lvl4pPr marL="0" indent="0" algn="l" defTabSz="914318" rtl="0" eaLnBrk="1" latinLnBrk="0" hangingPunct="1">
        <a:lnSpc>
          <a:spcPct val="120000"/>
        </a:lnSpc>
        <a:spcBef>
          <a:spcPts val="499"/>
        </a:spcBef>
        <a:buFont typeface="Arial" panose="020B0604020202020204" pitchFamily="34" charset="0"/>
        <a:buNone/>
        <a:defRPr sz="1000" kern="1200">
          <a:solidFill>
            <a:schemeClr val="tx1">
              <a:alpha val="70000"/>
            </a:schemeClr>
          </a:solidFill>
          <a:latin typeface="Circular Std Book" panose="020B0604020101020102" pitchFamily="34" charset="77"/>
          <a:ea typeface="+mn-ea"/>
          <a:cs typeface="Circular Std Book" panose="020B0604020101020102" pitchFamily="34" charset="77"/>
        </a:defRPr>
      </a:lvl4pPr>
      <a:lvl5pPr marL="0" indent="0" algn="l" defTabSz="914318" rtl="0" eaLnBrk="1" latinLnBrk="0" hangingPunct="1">
        <a:lnSpc>
          <a:spcPct val="120000"/>
        </a:lnSpc>
        <a:spcBef>
          <a:spcPts val="499"/>
        </a:spcBef>
        <a:buFont typeface="Arial" panose="020B0604020202020204" pitchFamily="34" charset="0"/>
        <a:buNone/>
        <a:defRPr sz="1000" kern="1200" baseline="0">
          <a:solidFill>
            <a:schemeClr val="tx1">
              <a:alpha val="50000"/>
            </a:schemeClr>
          </a:solidFill>
          <a:latin typeface="Circular Std Book" panose="020B0604020101020102" pitchFamily="34" charset="77"/>
          <a:ea typeface="+mn-ea"/>
          <a:cs typeface="Circular Std Book" panose="020B0604020101020102" pitchFamily="34" charset="77"/>
        </a:defRPr>
      </a:lvl5pPr>
      <a:lvl6pPr marL="2514374"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6pPr>
      <a:lvl7pPr marL="2971534"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7pPr>
      <a:lvl8pPr marL="3428692"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8pPr>
      <a:lvl9pPr marL="3885850"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18" rtl="0" eaLnBrk="1" latinLnBrk="0" hangingPunct="1">
        <a:defRPr sz="1800" kern="1200">
          <a:solidFill>
            <a:schemeClr val="tx1"/>
          </a:solidFill>
          <a:latin typeface="+mn-lt"/>
          <a:ea typeface="+mn-ea"/>
          <a:cs typeface="+mn-cs"/>
        </a:defRPr>
      </a:lvl1pPr>
      <a:lvl2pPr marL="457159" algn="l" defTabSz="914318" rtl="0" eaLnBrk="1" latinLnBrk="0" hangingPunct="1">
        <a:defRPr sz="1800" kern="1200">
          <a:solidFill>
            <a:schemeClr val="tx1"/>
          </a:solidFill>
          <a:latin typeface="+mn-lt"/>
          <a:ea typeface="+mn-ea"/>
          <a:cs typeface="+mn-cs"/>
        </a:defRPr>
      </a:lvl2pPr>
      <a:lvl3pPr marL="914318" algn="l" defTabSz="914318" rtl="0" eaLnBrk="1" latinLnBrk="0" hangingPunct="1">
        <a:defRPr sz="1800" kern="1200">
          <a:solidFill>
            <a:schemeClr val="tx1"/>
          </a:solidFill>
          <a:latin typeface="+mn-lt"/>
          <a:ea typeface="+mn-ea"/>
          <a:cs typeface="+mn-cs"/>
        </a:defRPr>
      </a:lvl3pPr>
      <a:lvl4pPr marL="1371478" algn="l" defTabSz="914318" rtl="0" eaLnBrk="1" latinLnBrk="0" hangingPunct="1">
        <a:defRPr sz="1800" kern="1200">
          <a:solidFill>
            <a:schemeClr val="tx1"/>
          </a:solidFill>
          <a:latin typeface="+mn-lt"/>
          <a:ea typeface="+mn-ea"/>
          <a:cs typeface="+mn-cs"/>
        </a:defRPr>
      </a:lvl4pPr>
      <a:lvl5pPr marL="1828636" algn="l" defTabSz="914318" rtl="0" eaLnBrk="1" latinLnBrk="0" hangingPunct="1">
        <a:defRPr sz="1800" kern="1200">
          <a:solidFill>
            <a:schemeClr val="tx1"/>
          </a:solidFill>
          <a:latin typeface="+mn-lt"/>
          <a:ea typeface="+mn-ea"/>
          <a:cs typeface="+mn-cs"/>
        </a:defRPr>
      </a:lvl5pPr>
      <a:lvl6pPr marL="2285794" algn="l" defTabSz="914318" rtl="0" eaLnBrk="1" latinLnBrk="0" hangingPunct="1">
        <a:defRPr sz="1800" kern="1200">
          <a:solidFill>
            <a:schemeClr val="tx1"/>
          </a:solidFill>
          <a:latin typeface="+mn-lt"/>
          <a:ea typeface="+mn-ea"/>
          <a:cs typeface="+mn-cs"/>
        </a:defRPr>
      </a:lvl6pPr>
      <a:lvl7pPr marL="2742953" algn="l" defTabSz="914318" rtl="0" eaLnBrk="1" latinLnBrk="0" hangingPunct="1">
        <a:defRPr sz="1800" kern="1200">
          <a:solidFill>
            <a:schemeClr val="tx1"/>
          </a:solidFill>
          <a:latin typeface="+mn-lt"/>
          <a:ea typeface="+mn-ea"/>
          <a:cs typeface="+mn-cs"/>
        </a:defRPr>
      </a:lvl7pPr>
      <a:lvl8pPr marL="3200112" algn="l" defTabSz="914318" rtl="0" eaLnBrk="1" latinLnBrk="0" hangingPunct="1">
        <a:defRPr sz="1800" kern="1200">
          <a:solidFill>
            <a:schemeClr val="tx1"/>
          </a:solidFill>
          <a:latin typeface="+mn-lt"/>
          <a:ea typeface="+mn-ea"/>
          <a:cs typeface="+mn-cs"/>
        </a:defRPr>
      </a:lvl8pPr>
      <a:lvl9pPr marL="3657271" algn="l" defTabSz="914318"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9.xml"/><Relationship Id="rId4" Type="http://schemas.openxmlformats.org/officeDocument/2006/relationships/image" Target="../media/image10.png"/></Relationships>
</file>

<file path=ppt/slides/_rels/slide2.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15.svg"/><Relationship Id="rId2" Type="http://schemas.openxmlformats.org/officeDocument/2006/relationships/image" Target="../media/image9.png"/><Relationship Id="rId1" Type="http://schemas.openxmlformats.org/officeDocument/2006/relationships/slideLayout" Target="../slideLayouts/slideLayout31.xml"/><Relationship Id="rId6" Type="http://schemas.openxmlformats.org/officeDocument/2006/relationships/image" Target="../media/image14.svg"/><Relationship Id="rId5" Type="http://schemas.openxmlformats.org/officeDocument/2006/relationships/image" Target="../media/image13.svg"/><Relationship Id="rId4" Type="http://schemas.openxmlformats.org/officeDocument/2006/relationships/image" Target="../media/image12.svg"/></Relationships>
</file>

<file path=ppt/slides/_rels/slide3.xml.rels><?xml version="1.0" encoding="UTF-8" standalone="yes"?>
<Relationships xmlns="http://schemas.openxmlformats.org/package/2006/relationships"><Relationship Id="rId3" Type="http://schemas.openxmlformats.org/officeDocument/2006/relationships/image" Target="../media/image16.sv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31.xml"/><Relationship Id="rId6" Type="http://schemas.openxmlformats.org/officeDocument/2006/relationships/image" Target="../media/image19.svg"/><Relationship Id="rId5" Type="http://schemas.openxmlformats.org/officeDocument/2006/relationships/image" Target="../media/image18.svg"/><Relationship Id="rId4" Type="http://schemas.openxmlformats.org/officeDocument/2006/relationships/image" Target="../media/image17.sv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30.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30.xml"/><Relationship Id="rId4" Type="http://schemas.openxmlformats.org/officeDocument/2006/relationships/image" Target="../media/image20.png"/></Relationships>
</file>

<file path=ppt/slides/_rels/slide6.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svg"/><Relationship Id="rId7" Type="http://schemas.openxmlformats.org/officeDocument/2006/relationships/image" Target="../media/image25.svg"/><Relationship Id="rId2" Type="http://schemas.openxmlformats.org/officeDocument/2006/relationships/notesSlide" Target="../notesSlides/notesSlide5.xml"/><Relationship Id="rId1" Type="http://schemas.openxmlformats.org/officeDocument/2006/relationships/slideLayout" Target="../slideLayouts/slideLayout31.xml"/><Relationship Id="rId6" Type="http://schemas.openxmlformats.org/officeDocument/2006/relationships/image" Target="../media/image24.svg"/><Relationship Id="rId5" Type="http://schemas.openxmlformats.org/officeDocument/2006/relationships/image" Target="../media/image23.svg"/><Relationship Id="rId4" Type="http://schemas.openxmlformats.org/officeDocument/2006/relationships/image" Target="../media/image22.svg"/><Relationship Id="rId9"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1.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1.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1" name="RightOverlay"/>
          <p:cNvSpPr>
            <a:spLocks noGrp="1"/>
          </p:cNvSpPr>
          <p:nvPr/>
        </p:nvSpPr>
        <p:spPr>
          <a:xfrm>
            <a:off x="4000000" y="0"/>
            <a:ext cx="5140000" cy="6858000"/>
          </a:xfrm>
          <a:solidFill>
            <a:srgbClr val="204C8E"/>
          </a:solidFill>
          <a:ln>
            <a:noFill/>
          </a:ln>
        </p:spPr>
        <p:txBody>
          <a:bodyPr/>
          <a:lstStyle/>
          <a:p>
            <a:endParaRPr/>
          </a:p>
        </p:txBody>
      </p:sp>
      <p:sp>
        <p:nvSpPr>
          <p:cNvPr id="200" name="GoldDivider"/>
          <p:cNvSpPr>
            <a:spLocks noGrp="1"/>
          </p:cNvSpPr>
          <p:nvPr/>
        </p:nvSpPr>
        <p:spPr>
          <a:xfrm>
            <a:off x="600000" y="2540000"/>
            <a:ext cx="1800000" cy="28000"/>
          </a:xfrm>
          <a:solidFill>
            <a:srgbClr val="F26B39"/>
          </a:solidFill>
          <a:ln>
            <a:noFill/>
          </a:ln>
        </p:spPr>
        <p:txBody>
          <a:bodyPr/>
          <a:lstStyle/>
          <a:p>
            <a:endParaRPr/>
          </a:p>
        </p:txBody>
      </p:sp>
      <p:sp>
        <p:nvSpPr>
          <p:cNvPr id="6" name="Shape 3"/>
          <p:cNvSpPr/>
          <p:nvPr/>
        </p:nvSpPr>
        <p:spPr>
          <a:xfrm>
            <a:off x="2472854" y="5632549"/>
            <a:ext cx="283518" cy="283518"/>
          </a:xfrm>
          <a:solidFill>
            <a:srgbClr val="204C8E"/>
          </a:solidFill>
          <a:ln w="7620">
            <a:solidFill>
              <a:srgbClr val="FFFFFF"/>
            </a:solidFill>
            <a:prstDash val="solid"/>
          </a:ln>
        </p:spPr>
        <p:txBody>
          <a:bodyPr/>
          <a:lstStyle/>
          <a:p>
            <a:endParaRPr lang="en-US" sz="1125"/>
          </a:p>
        </p:txBody>
      </p:sp>
      <p:sp>
        <p:nvSpPr>
          <p:cNvPr id="8" name="Shape 4"/>
          <p:cNvSpPr/>
          <p:nvPr/>
        </p:nvSpPr>
        <p:spPr>
          <a:xfrm>
            <a:off x="2246486" y="5632549"/>
            <a:ext cx="283518" cy="283518"/>
          </a:xfrm>
          <a:solidFill>
            <a:srgbClr val="F26B39"/>
          </a:solidFill>
          <a:ln w="7620">
            <a:solidFill>
              <a:srgbClr val="FFFFFF"/>
            </a:solidFill>
            <a:prstDash val="solid"/>
          </a:ln>
        </p:spPr>
        <p:txBody>
          <a:bodyPr/>
          <a:lstStyle/>
          <a:p>
            <a:endParaRPr lang="en-US" sz="1125"/>
          </a:p>
        </p:txBody>
      </p:sp>
      <p:sp>
        <p:nvSpPr>
          <p:cNvPr id="11" name="Text 6"/>
          <p:cNvSpPr/>
          <p:nvPr/>
        </p:nvSpPr>
        <p:spPr>
          <a:xfrm>
            <a:off x="2125340" y="5743798"/>
            <a:ext cx="73000" cy="60945"/>
          </a:xfrm>
          <a:prstGeom prst="rect">
            <a:avLst/>
          </a:prstGeom>
          <a:noFill/>
          <a:ln/>
        </p:spPr>
        <p:txBody>
          <a:bodyPr wrap="none" lIns="0" tIns="0" rIns="0" bIns="0" rtlCol="0" anchor="t"/>
          <a:lstStyle/>
          <a:p>
            <a:pPr algn="ctr">
              <a:lnSpc>
                <a:spcPts val="469"/>
              </a:lnSpc>
            </a:pPr>
            <a:r>
              <a:rPr lang="en-US" sz="469" dirty="0">
                <a:solidFill>
                  <a:srgbClr val="FFFFFF"/>
                </a:solidFill>
                <a:latin typeface="DM Sans Medium" pitchFamily="34" charset="0"/>
                <a:ea typeface="DM Sans Medium" pitchFamily="34" charset="-122"/>
                <a:cs typeface="DM Sans Medium" pitchFamily="34" charset="-120"/>
              </a:rPr>
              <a:t>RP</a:t>
            </a:r>
            <a:endParaRPr lang="en-US" sz="469" dirty="0"/>
          </a:p>
        </p:txBody>
      </p:sp>
      <p:sp>
        <p:nvSpPr>
          <p:cNvPr id="3" name="Text 0"/>
          <p:cNvSpPr/>
          <p:nvPr/>
        </p:nvSpPr>
        <p:spPr>
          <a:xfrm>
            <a:off x="800102" y="1888632"/>
            <a:ext cx="4573410" cy="1469380"/>
          </a:xfrm>
          <a:prstGeom prst="rect">
            <a:avLst/>
          </a:prstGeom>
          <a:noFill/>
          <a:ln/>
        </p:spPr>
        <p:txBody>
          <a:bodyPr wrap="square" lIns="0" tIns="0" rIns="0" bIns="0" rtlCol="0" anchor="t"/>
          <a:lstStyle/>
          <a:p>
            <a:pPr>
              <a:lnSpc>
                <a:spcPts val="4200"/>
              </a:lnSpc>
            </a:pPr>
            <a:r>
              <a:rPr lang="en-US" sz="4000" b="1" dirty="0">
                <a:solidFill>
                  <a:srgbClr val="1A2744"/>
                </a:solidFill>
                <a:latin typeface="Inter"/>
              </a:rPr>
              <a:t>The </a:t>
            </a:r>
            <a:r>
              <a:rPr lang="en-US" sz="4000" b="1" dirty="0">
                <a:solidFill>
                  <a:srgbClr val="1A2744"/>
                </a:solidFill>
                <a:latin typeface="Inter"/>
                <a:ea typeface="Calibri" panose="020F0502020204030204" pitchFamily="34" charset="0"/>
                <a:cs typeface="Calibri" panose="020F0502020204030204" pitchFamily="34" charset="0"/>
              </a:rPr>
              <a:t>AI-Powered</a:t>
            </a:r>
            <a:r>
              <a:rPr lang="en-US" sz="4000" b="1" dirty="0">
                <a:solidFill>
                  <a:srgbClr val="1A2744"/>
                </a:solidFill>
                <a:latin typeface="Inter"/>
              </a:rPr>
              <a:t> Life</a:t>
            </a:r>
          </a:p>
          <a:p>
            <a:pPr>
              <a:lnSpc>
                <a:spcPts val="4200"/>
              </a:lnSpc>
            </a:pPr>
            <a:r>
              <a:rPr lang="en-US" sz="4000" b="1" dirty="0">
                <a:solidFill>
                  <a:srgbClr val="1A2744"/>
                </a:solidFill>
                <a:latin typeface="Inter"/>
              </a:rPr>
              <a:t>Insurance Revolution</a:t>
            </a:r>
          </a:p>
        </p:txBody>
      </p:sp>
      <p:sp>
        <p:nvSpPr>
          <p:cNvPr id="4" name="Text 1"/>
          <p:cNvSpPr/>
          <p:nvPr/>
        </p:nvSpPr>
        <p:spPr>
          <a:xfrm>
            <a:off x="800100" y="3094771"/>
            <a:ext cx="4446439" cy="850329"/>
          </a:xfrm>
          <a:prstGeom prst="rect">
            <a:avLst/>
          </a:prstGeom>
          <a:noFill/>
          <a:ln/>
        </p:spPr>
        <p:txBody>
          <a:bodyPr wrap="square" lIns="0" tIns="0" rIns="0" bIns="0" rtlCol="0" anchor="t"/>
          <a:lstStyle/>
          <a:p>
            <a:pPr>
              <a:lnSpc>
                <a:spcPts val="2400"/>
              </a:lnSpc>
            </a:pPr>
            <a:r>
              <a:rPr lang="en-US" sz="1600" dirty="0">
                <a:latin typeface="Inter"/>
              </a:rPr>
              <a:t>RiskDX is a complete digital distribution platform designed to simplify quote, apply, underwriting, and policy delivery.</a:t>
            </a:r>
            <a:br>
              <a:rPr lang="en-US" sz="1600" dirty="0">
                <a:latin typeface="Inter"/>
              </a:rPr>
            </a:br>
            <a:r>
              <a:rPr lang="en-US" sz="1600" dirty="0">
                <a:latin typeface="Inter"/>
              </a:rPr>
              <a:t>It helps insurers launch faster, sell smarter, and grow revenue through higher completion rates and cross-sell opportunities.</a:t>
            </a:r>
            <a:endParaRPr lang="en-US" sz="1600" dirty="0">
              <a:solidFill>
                <a:srgbClr val="1A2744"/>
              </a:solidFill>
              <a:latin typeface="Inter"/>
            </a:endParaRPr>
          </a:p>
        </p:txBody>
      </p:sp>
      <p:sp>
        <p:nvSpPr>
          <p:cNvPr id="5" name="Text 2"/>
          <p:cNvSpPr/>
          <p:nvPr/>
        </p:nvSpPr>
        <p:spPr>
          <a:xfrm>
            <a:off x="800100" y="4569621"/>
            <a:ext cx="4573411" cy="850329"/>
          </a:xfrm>
          <a:prstGeom prst="rect">
            <a:avLst/>
          </a:prstGeom>
          <a:noFill/>
          <a:ln/>
        </p:spPr>
        <p:txBody>
          <a:bodyPr wrap="square" lIns="0" tIns="0" rIns="0" bIns="0" rtlCol="0" anchor="t"/>
          <a:lstStyle/>
          <a:p>
            <a:endParaRPr lang="en-US" dirty="0"/>
          </a:p>
        </p:txBody>
      </p:sp>
      <p:pic>
        <p:nvPicPr>
          <p:cNvPr id="9" name="Picture 8">
            <a:extLst>
              <a:ext uri="{FF2B5EF4-FFF2-40B4-BE49-F238E27FC236}">
                <a16:creationId xmlns:a16="http://schemas.microsoft.com/office/drawing/2014/main" id="{D9AB0A3F-872E-180D-004D-1F9026215D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2986" y="968432"/>
            <a:ext cx="1333500" cy="371475"/>
          </a:xfrm>
          <a:prstGeom prst="rect">
            <a:avLst/>
          </a:prstGeom>
        </p:spPr>
      </p:pic>
      <p:sp>
        <p:nvSpPr>
          <p:cNvPr id="12" name="GoldAccentBar">
            <a:extLst>
              <a:ext uri="{FF2B5EF4-FFF2-40B4-BE49-F238E27FC236}">
                <a16:creationId xmlns:a16="http://schemas.microsoft.com/office/drawing/2014/main" id="{FCCA0D67-1C79-237D-0D2B-A84B87A9ED54}"/>
              </a:ext>
            </a:extLst>
          </p:cNvPr>
          <p:cNvSpPr>
            <a:spLocks noGrp="1"/>
          </p:cNvSpPr>
          <p:nvPr/>
        </p:nvSpPr>
        <p:spPr>
          <a:xfrm>
            <a:off x="0" y="6400000"/>
            <a:ext cx="9144000" cy="55000"/>
          </a:xfrm>
          <a:prstGeom prst="rect">
            <a:avLst/>
          </a:prstGeom>
          <a:solidFill>
            <a:srgbClr val="C8964A"/>
          </a:solidFill>
          <a:ln>
            <a:noFill/>
          </a:ln>
        </p:spPr>
        <p:txBody>
          <a:bodyPr/>
          <a:lstStyle/>
          <a:p>
            <a:endParaRPr/>
          </a:p>
        </p:txBody>
      </p:sp>
      <p:sp>
        <p:nvSpPr>
          <p:cNvPr id="13" name="LeftSideAccent">
            <a:extLst>
              <a:ext uri="{FF2B5EF4-FFF2-40B4-BE49-F238E27FC236}">
                <a16:creationId xmlns:a16="http://schemas.microsoft.com/office/drawing/2014/main" id="{C761E086-0DB1-DBB9-E63A-91479886AC37}"/>
              </a:ext>
            </a:extLst>
          </p:cNvPr>
          <p:cNvSpPr>
            <a:spLocks noGrp="1"/>
          </p:cNvSpPr>
          <p:nvPr/>
        </p:nvSpPr>
        <p:spPr>
          <a:xfrm>
            <a:off x="0" y="0"/>
            <a:ext cx="28000" cy="6858000"/>
          </a:xfrm>
          <a:prstGeom prst="rect">
            <a:avLst/>
          </a:prstGeom>
          <a:solidFill>
            <a:srgbClr val="C8964A"/>
          </a:solidFill>
          <a:ln>
            <a:noFill/>
          </a:ln>
        </p:spPr>
        <p:txBody>
          <a:bodyPr/>
          <a:lstStyle/>
          <a:p>
            <a:endParaRPr/>
          </a:p>
        </p:txBody>
      </p:sp>
      <p:pic>
        <p:nvPicPr>
          <p:cNvPr id="1026" name="Picture 2">
            <a:extLst>
              <a:ext uri="{FF2B5EF4-FFF2-40B4-BE49-F238E27FC236}">
                <a16:creationId xmlns:a16="http://schemas.microsoft.com/office/drawing/2014/main" id="{11DFA856-F043-A49C-8912-F6D54823327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62525" y="571500"/>
            <a:ext cx="6788005" cy="51445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15717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B4843-1156-12BF-05BD-46A64CEAB1EA}"/>
            </a:ext>
          </a:extLst>
        </p:cNvPr>
        <p:cNvGrpSpPr/>
        <p:nvPr/>
      </p:nvGrpSpPr>
      <p:grpSpPr>
        <a:xfrm>
          <a:off x="0" y="0"/>
          <a:ext cx="0" cy="0"/>
          <a:chOff x="0" y="0"/>
          <a:chExt cx="0" cy="0"/>
        </a:xfrm>
      </p:grpSpPr>
      <p:sp>
        <p:nvSpPr>
          <p:cNvPr id="4" name="Cat">
            <a:extLst>
              <a:ext uri="{FF2B5EF4-FFF2-40B4-BE49-F238E27FC236}">
                <a16:creationId xmlns:a16="http://schemas.microsoft.com/office/drawing/2014/main" id="{DBBB09EE-E0F7-2468-D0E6-0041D89C4281}"/>
              </a:ext>
            </a:extLst>
          </p:cNvPr>
          <p:cNvSpPr/>
          <p:nvPr/>
        </p:nvSpPr>
        <p:spPr>
          <a:xfrm>
            <a:off x="341376" y="85344"/>
            <a:ext cx="8534400" cy="365760"/>
          </a:xfrm>
          <a:prstGeom prst="rect">
            <a:avLst/>
          </a:prstGeom>
          <a:noFill/>
          <a:ln/>
        </p:spPr>
        <p:txBody>
          <a:bodyPr wrap="square" rtlCol="0" anchor="ctr"/>
          <a:lstStyle/>
          <a:p>
            <a:r>
              <a:rPr lang="en-US" sz="1600" b="1" kern="0" spc="500">
                <a:solidFill>
                  <a:srgbClr val="FFFFFF"/>
                </a:solidFill>
                <a:latin typeface="Calibri"/>
              </a:rPr>
              <a:t>BENEFITS</a:t>
            </a:r>
          </a:p>
        </p:txBody>
      </p:sp>
      <p:sp>
        <p:nvSpPr>
          <p:cNvPr id="5" name="Title">
            <a:extLst>
              <a:ext uri="{FF2B5EF4-FFF2-40B4-BE49-F238E27FC236}">
                <a16:creationId xmlns:a16="http://schemas.microsoft.com/office/drawing/2014/main" id="{A3490B54-EBFD-9B14-C592-802288C4FCB6}"/>
              </a:ext>
            </a:extLst>
          </p:cNvPr>
          <p:cNvSpPr/>
          <p:nvPr/>
        </p:nvSpPr>
        <p:spPr>
          <a:xfrm>
            <a:off x="560000" y="480284"/>
            <a:ext cx="9144000" cy="731520"/>
          </a:xfrm>
          <a:prstGeom prst="rect">
            <a:avLst/>
          </a:prstGeom>
          <a:noFill/>
          <a:ln/>
        </p:spPr>
        <p:txBody>
          <a:bodyPr wrap="square" rtlCol="0" anchor="ctr"/>
          <a:lstStyle/>
          <a:p>
            <a:r>
              <a:rPr lang="en-US" sz="3600" b="1" dirty="0">
                <a:solidFill>
                  <a:srgbClr val="1A2744"/>
                </a:solidFill>
                <a:latin typeface="Inter"/>
                <a:ea typeface="Calibri" pitchFamily="34" charset="-122"/>
                <a:cs typeface="Calibri" pitchFamily="34" charset="-120"/>
              </a:rPr>
              <a:t>What Advisors Face Every Day</a:t>
            </a:r>
            <a:endParaRPr lang="en-US" sz="3600" dirty="0">
              <a:solidFill>
                <a:srgbClr val="1A2744"/>
              </a:solidFill>
              <a:latin typeface="Inter"/>
            </a:endParaRPr>
          </a:p>
        </p:txBody>
      </p:sp>
      <p:sp>
        <p:nvSpPr>
          <p:cNvPr id="10" name="C1Bg">
            <a:extLst>
              <a:ext uri="{FF2B5EF4-FFF2-40B4-BE49-F238E27FC236}">
                <a16:creationId xmlns:a16="http://schemas.microsoft.com/office/drawing/2014/main" id="{DEA9C815-963F-5EE7-1A83-891ABC9EB196}"/>
              </a:ext>
            </a:extLst>
          </p:cNvPr>
          <p:cNvSpPr/>
          <p:nvPr/>
        </p:nvSpPr>
        <p:spPr>
          <a:xfrm>
            <a:off x="426720" y="1450000"/>
            <a:ext cx="3600000" cy="2100000"/>
          </a:xfrm>
          <a:prstGeom prst="roundRect">
            <a:avLst>
              <a:gd name="adj" fmla="val 3000"/>
            </a:avLst>
          </a:prstGeom>
          <a:solidFill>
            <a:srgbClr val="F5F7FA"/>
          </a:solidFill>
          <a:ln w="12700">
            <a:noFill/>
          </a:ln>
          <a:effectLst>
            <a:outerShdw blurRad="127000" dist="38100" dir="8100000" algn="bl" rotWithShape="0">
              <a:srgbClr val="000000">
                <a:alpha val="10000"/>
              </a:srgbClr>
            </a:outerShdw>
          </a:effectLst>
        </p:spPr>
        <p:txBody>
          <a:bodyPr/>
          <a:lstStyle/>
          <a:p>
            <a:endParaRPr lang="en-US" dirty="0"/>
          </a:p>
        </p:txBody>
      </p:sp>
      <p:sp>
        <p:nvSpPr>
          <p:cNvPr id="11" name="C1Num">
            <a:extLst>
              <a:ext uri="{FF2B5EF4-FFF2-40B4-BE49-F238E27FC236}">
                <a16:creationId xmlns:a16="http://schemas.microsoft.com/office/drawing/2014/main" id="{DEC3435B-E492-6633-5E8D-45AD1001533C}"/>
              </a:ext>
            </a:extLst>
          </p:cNvPr>
          <p:cNvSpPr/>
          <p:nvPr/>
        </p:nvSpPr>
        <p:spPr>
          <a:xfrm>
            <a:off x="560000" y="1510000"/>
            <a:ext cx="700000" cy="450000"/>
          </a:xfrm>
          <a:prstGeom prst="rect">
            <a:avLst/>
          </a:prstGeom>
          <a:noFill/>
          <a:ln/>
        </p:spPr>
        <p:txBody>
          <a:bodyPr wrap="square" rtlCol="0" anchor="ctr"/>
          <a:lstStyle/>
          <a:p>
            <a:r>
              <a:rPr lang="en-US" sz="3200" b="1" dirty="0">
                <a:solidFill>
                  <a:srgbClr val="1A2744"/>
                </a:solidFill>
                <a:latin typeface="Calibri"/>
              </a:rPr>
              <a:t>01</a:t>
            </a:r>
          </a:p>
        </p:txBody>
      </p:sp>
      <p:sp>
        <p:nvSpPr>
          <p:cNvPr id="12" name="C1Div">
            <a:extLst>
              <a:ext uri="{FF2B5EF4-FFF2-40B4-BE49-F238E27FC236}">
                <a16:creationId xmlns:a16="http://schemas.microsoft.com/office/drawing/2014/main" id="{A8EDA572-6BC9-726D-60E4-180B5681C250}"/>
              </a:ext>
            </a:extLst>
          </p:cNvPr>
          <p:cNvSpPr/>
          <p:nvPr/>
        </p:nvSpPr>
        <p:spPr>
          <a:xfrm>
            <a:off x="560000" y="1990000"/>
            <a:ext cx="1800000" cy="0"/>
          </a:xfrm>
          <a:prstGeom prst="line">
            <a:avLst/>
          </a:prstGeom>
          <a:noFill/>
          <a:ln w="6350">
            <a:solidFill>
              <a:srgbClr val="C8964A"/>
            </a:solidFill>
            <a:prstDash val="solid"/>
          </a:ln>
        </p:spPr>
        <p:txBody>
          <a:bodyPr/>
          <a:lstStyle/>
          <a:p>
            <a:endParaRPr lang="en-US" dirty="0"/>
          </a:p>
        </p:txBody>
      </p:sp>
      <p:sp>
        <p:nvSpPr>
          <p:cNvPr id="13" name="C1Title">
            <a:extLst>
              <a:ext uri="{FF2B5EF4-FFF2-40B4-BE49-F238E27FC236}">
                <a16:creationId xmlns:a16="http://schemas.microsoft.com/office/drawing/2014/main" id="{05D6DC0C-F3D6-2801-B666-528BE9CF3930}"/>
              </a:ext>
            </a:extLst>
          </p:cNvPr>
          <p:cNvSpPr/>
          <p:nvPr/>
        </p:nvSpPr>
        <p:spPr>
          <a:xfrm>
            <a:off x="560000" y="2050000"/>
            <a:ext cx="3300000" cy="400000"/>
          </a:xfrm>
          <a:prstGeom prst="rect">
            <a:avLst/>
          </a:prstGeom>
          <a:noFill/>
          <a:ln/>
        </p:spPr>
        <p:txBody>
          <a:bodyPr wrap="square" rtlCol="0" anchor="ctr"/>
          <a:lstStyle/>
          <a:p>
            <a:r>
              <a:rPr lang="en-US" sz="1600" b="1" dirty="0">
                <a:solidFill>
                  <a:srgbClr val="C8964A"/>
                </a:solidFill>
                <a:latin typeface="Inter"/>
              </a:rPr>
              <a:t>Long Processing Times</a:t>
            </a:r>
          </a:p>
        </p:txBody>
      </p:sp>
      <p:sp>
        <p:nvSpPr>
          <p:cNvPr id="14" name="C1Desc">
            <a:extLst>
              <a:ext uri="{FF2B5EF4-FFF2-40B4-BE49-F238E27FC236}">
                <a16:creationId xmlns:a16="http://schemas.microsoft.com/office/drawing/2014/main" id="{9A61AF92-AE10-1E63-9C39-CC0FD01DA4AD}"/>
              </a:ext>
            </a:extLst>
          </p:cNvPr>
          <p:cNvSpPr/>
          <p:nvPr/>
        </p:nvSpPr>
        <p:spPr>
          <a:xfrm>
            <a:off x="560000" y="2450000"/>
            <a:ext cx="3300000" cy="980000"/>
          </a:xfrm>
          <a:prstGeom prst="rect">
            <a:avLst/>
          </a:prstGeom>
          <a:noFill/>
          <a:ln/>
        </p:spPr>
        <p:txBody>
          <a:bodyPr wrap="square" rtlCol="0" anchor="t"/>
          <a:lstStyle/>
          <a:p>
            <a:r>
              <a:rPr lang="en-US" sz="1400" dirty="0">
                <a:solidFill>
                  <a:srgbClr val="4A5568"/>
                </a:solidFill>
                <a:latin typeface="Inter"/>
              </a:rPr>
              <a:t>Traditional applications take weeks or months. Underwriting alone averages 42 days of waiting.</a:t>
            </a:r>
          </a:p>
        </p:txBody>
      </p:sp>
      <p:sp>
        <p:nvSpPr>
          <p:cNvPr id="20" name="C2Bg">
            <a:extLst>
              <a:ext uri="{FF2B5EF4-FFF2-40B4-BE49-F238E27FC236}">
                <a16:creationId xmlns:a16="http://schemas.microsoft.com/office/drawing/2014/main" id="{D6F2A448-0120-25E3-5DEB-3774EDA33D0B}"/>
              </a:ext>
            </a:extLst>
          </p:cNvPr>
          <p:cNvSpPr/>
          <p:nvPr/>
        </p:nvSpPr>
        <p:spPr>
          <a:xfrm>
            <a:off x="4196720" y="1450000"/>
            <a:ext cx="3600000" cy="2100000"/>
          </a:xfrm>
          <a:prstGeom prst="roundRect">
            <a:avLst>
              <a:gd name="adj" fmla="val 3000"/>
            </a:avLst>
          </a:prstGeom>
          <a:solidFill>
            <a:srgbClr val="F5F7FA"/>
          </a:solidFill>
          <a:ln w="12700">
            <a:noFill/>
          </a:ln>
          <a:effectLst>
            <a:outerShdw blurRad="127000" dist="38100" dir="8100000" algn="bl" rotWithShape="0">
              <a:srgbClr val="000000">
                <a:alpha val="10000"/>
              </a:srgbClr>
            </a:outerShdw>
          </a:effectLst>
        </p:spPr>
        <p:txBody>
          <a:bodyPr/>
          <a:lstStyle/>
          <a:p>
            <a:endParaRPr lang="en-US" dirty="0"/>
          </a:p>
        </p:txBody>
      </p:sp>
      <p:sp>
        <p:nvSpPr>
          <p:cNvPr id="21" name="C2Num">
            <a:extLst>
              <a:ext uri="{FF2B5EF4-FFF2-40B4-BE49-F238E27FC236}">
                <a16:creationId xmlns:a16="http://schemas.microsoft.com/office/drawing/2014/main" id="{4B352190-71DC-D83A-0975-A7DAA2707868}"/>
              </a:ext>
            </a:extLst>
          </p:cNvPr>
          <p:cNvSpPr/>
          <p:nvPr/>
        </p:nvSpPr>
        <p:spPr>
          <a:xfrm>
            <a:off x="4330000" y="1510000"/>
            <a:ext cx="700000" cy="450000"/>
          </a:xfrm>
          <a:prstGeom prst="rect">
            <a:avLst/>
          </a:prstGeom>
          <a:noFill/>
          <a:ln/>
        </p:spPr>
        <p:txBody>
          <a:bodyPr wrap="square" rtlCol="0" anchor="ctr"/>
          <a:lstStyle/>
          <a:p>
            <a:r>
              <a:rPr lang="en-US" sz="3200" b="1" dirty="0">
                <a:solidFill>
                  <a:srgbClr val="1A2744"/>
                </a:solidFill>
                <a:latin typeface="Calibri"/>
              </a:rPr>
              <a:t>02</a:t>
            </a:r>
          </a:p>
        </p:txBody>
      </p:sp>
      <p:sp>
        <p:nvSpPr>
          <p:cNvPr id="22" name="C2Div">
            <a:extLst>
              <a:ext uri="{FF2B5EF4-FFF2-40B4-BE49-F238E27FC236}">
                <a16:creationId xmlns:a16="http://schemas.microsoft.com/office/drawing/2014/main" id="{17CBA667-4F7C-49E5-72F6-23727F28AA73}"/>
              </a:ext>
            </a:extLst>
          </p:cNvPr>
          <p:cNvSpPr/>
          <p:nvPr/>
        </p:nvSpPr>
        <p:spPr>
          <a:xfrm>
            <a:off x="4330000" y="1990000"/>
            <a:ext cx="1800000" cy="0"/>
          </a:xfrm>
          <a:prstGeom prst="line">
            <a:avLst/>
          </a:prstGeom>
          <a:noFill/>
          <a:ln w="6350">
            <a:solidFill>
              <a:srgbClr val="C8964A"/>
            </a:solidFill>
            <a:prstDash val="solid"/>
          </a:ln>
        </p:spPr>
        <p:txBody>
          <a:bodyPr/>
          <a:lstStyle/>
          <a:p>
            <a:endParaRPr lang="en-US"/>
          </a:p>
        </p:txBody>
      </p:sp>
      <p:sp>
        <p:nvSpPr>
          <p:cNvPr id="23" name="C2Title">
            <a:extLst>
              <a:ext uri="{FF2B5EF4-FFF2-40B4-BE49-F238E27FC236}">
                <a16:creationId xmlns:a16="http://schemas.microsoft.com/office/drawing/2014/main" id="{5053F075-3153-913F-9DC1-C91B28C329BA}"/>
              </a:ext>
            </a:extLst>
          </p:cNvPr>
          <p:cNvSpPr/>
          <p:nvPr/>
        </p:nvSpPr>
        <p:spPr>
          <a:xfrm>
            <a:off x="4330000" y="2050000"/>
            <a:ext cx="3300000" cy="400000"/>
          </a:xfrm>
          <a:prstGeom prst="rect">
            <a:avLst/>
          </a:prstGeom>
          <a:noFill/>
          <a:ln/>
        </p:spPr>
        <p:txBody>
          <a:bodyPr wrap="square" rtlCol="0" anchor="ctr"/>
          <a:lstStyle/>
          <a:p>
            <a:r>
              <a:rPr lang="en-US" sz="1600" b="1" dirty="0">
                <a:solidFill>
                  <a:srgbClr val="C8964A"/>
                </a:solidFill>
                <a:latin typeface="Inter"/>
              </a:rPr>
              <a:t>Missed Opportunities</a:t>
            </a:r>
          </a:p>
        </p:txBody>
      </p:sp>
      <p:sp>
        <p:nvSpPr>
          <p:cNvPr id="24" name="C2Desc">
            <a:extLst>
              <a:ext uri="{FF2B5EF4-FFF2-40B4-BE49-F238E27FC236}">
                <a16:creationId xmlns:a16="http://schemas.microsoft.com/office/drawing/2014/main" id="{EBE128F4-3000-A180-2661-D78FA41143D8}"/>
              </a:ext>
            </a:extLst>
          </p:cNvPr>
          <p:cNvSpPr/>
          <p:nvPr/>
        </p:nvSpPr>
        <p:spPr>
          <a:xfrm>
            <a:off x="4330000" y="2450000"/>
            <a:ext cx="3300000" cy="980000"/>
          </a:xfrm>
          <a:prstGeom prst="rect">
            <a:avLst/>
          </a:prstGeom>
          <a:noFill/>
          <a:ln/>
        </p:spPr>
        <p:txBody>
          <a:bodyPr wrap="square" rtlCol="0" anchor="t"/>
          <a:lstStyle/>
          <a:p>
            <a:r>
              <a:rPr lang="en-US" sz="1200" dirty="0">
                <a:solidFill>
                  <a:srgbClr val="4A5568"/>
                </a:solidFill>
                <a:latin typeface="Inter"/>
              </a:rPr>
              <a:t>Middle-market clients remain underserved by slow, overly complex solutions in the market.</a:t>
            </a:r>
          </a:p>
        </p:txBody>
      </p:sp>
      <p:sp>
        <p:nvSpPr>
          <p:cNvPr id="30" name="C3Bg">
            <a:extLst>
              <a:ext uri="{FF2B5EF4-FFF2-40B4-BE49-F238E27FC236}">
                <a16:creationId xmlns:a16="http://schemas.microsoft.com/office/drawing/2014/main" id="{6B951129-2218-AA57-D25E-89E86CD6954A}"/>
              </a:ext>
            </a:extLst>
          </p:cNvPr>
          <p:cNvSpPr/>
          <p:nvPr/>
        </p:nvSpPr>
        <p:spPr>
          <a:xfrm>
            <a:off x="7966720" y="1450000"/>
            <a:ext cx="3600000" cy="2100000"/>
          </a:xfrm>
          <a:prstGeom prst="roundRect">
            <a:avLst>
              <a:gd name="adj" fmla="val 3000"/>
            </a:avLst>
          </a:prstGeom>
          <a:solidFill>
            <a:srgbClr val="F5F7FA"/>
          </a:solidFill>
          <a:ln w="12700">
            <a:noFill/>
          </a:ln>
          <a:effectLst>
            <a:outerShdw blurRad="127000" dist="38100" dir="8100000" algn="bl" rotWithShape="0">
              <a:srgbClr val="000000">
                <a:alpha val="10000"/>
              </a:srgbClr>
            </a:outerShdw>
          </a:effectLst>
        </p:spPr>
        <p:txBody>
          <a:bodyPr/>
          <a:lstStyle/>
          <a:p>
            <a:endParaRPr lang="en-US" dirty="0"/>
          </a:p>
        </p:txBody>
      </p:sp>
      <p:sp>
        <p:nvSpPr>
          <p:cNvPr id="31" name="C3Num">
            <a:extLst>
              <a:ext uri="{FF2B5EF4-FFF2-40B4-BE49-F238E27FC236}">
                <a16:creationId xmlns:a16="http://schemas.microsoft.com/office/drawing/2014/main" id="{1A17BCDC-7EFE-38CD-64D5-619F9AA5C033}"/>
              </a:ext>
            </a:extLst>
          </p:cNvPr>
          <p:cNvSpPr/>
          <p:nvPr/>
        </p:nvSpPr>
        <p:spPr>
          <a:xfrm>
            <a:off x="8100000" y="1510000"/>
            <a:ext cx="700000" cy="450000"/>
          </a:xfrm>
          <a:prstGeom prst="rect">
            <a:avLst/>
          </a:prstGeom>
          <a:noFill/>
          <a:ln/>
        </p:spPr>
        <p:txBody>
          <a:bodyPr wrap="square" rtlCol="0" anchor="ctr"/>
          <a:lstStyle/>
          <a:p>
            <a:r>
              <a:rPr lang="en-US" sz="3200" b="1" dirty="0">
                <a:solidFill>
                  <a:srgbClr val="1A2744"/>
                </a:solidFill>
                <a:latin typeface="Calibri"/>
              </a:rPr>
              <a:t>03</a:t>
            </a:r>
          </a:p>
        </p:txBody>
      </p:sp>
      <p:sp>
        <p:nvSpPr>
          <p:cNvPr id="32" name="C3Div">
            <a:extLst>
              <a:ext uri="{FF2B5EF4-FFF2-40B4-BE49-F238E27FC236}">
                <a16:creationId xmlns:a16="http://schemas.microsoft.com/office/drawing/2014/main" id="{114B8EB8-D636-5292-7B11-CEF6DEE9E167}"/>
              </a:ext>
            </a:extLst>
          </p:cNvPr>
          <p:cNvSpPr/>
          <p:nvPr/>
        </p:nvSpPr>
        <p:spPr>
          <a:xfrm>
            <a:off x="8100000" y="1990000"/>
            <a:ext cx="1800000" cy="0"/>
          </a:xfrm>
          <a:prstGeom prst="line">
            <a:avLst/>
          </a:prstGeom>
          <a:noFill/>
          <a:ln w="6350">
            <a:solidFill>
              <a:srgbClr val="C8964A"/>
            </a:solidFill>
            <a:prstDash val="solid"/>
          </a:ln>
        </p:spPr>
        <p:txBody>
          <a:bodyPr/>
          <a:lstStyle/>
          <a:p>
            <a:endParaRPr lang="en-US"/>
          </a:p>
        </p:txBody>
      </p:sp>
      <p:sp>
        <p:nvSpPr>
          <p:cNvPr id="33" name="C3Title">
            <a:extLst>
              <a:ext uri="{FF2B5EF4-FFF2-40B4-BE49-F238E27FC236}">
                <a16:creationId xmlns:a16="http://schemas.microsoft.com/office/drawing/2014/main" id="{2A261BC8-A6A0-6246-5A77-3B5EDD3E6255}"/>
              </a:ext>
            </a:extLst>
          </p:cNvPr>
          <p:cNvSpPr/>
          <p:nvPr/>
        </p:nvSpPr>
        <p:spPr>
          <a:xfrm>
            <a:off x="8100000" y="2050000"/>
            <a:ext cx="3300000" cy="400000"/>
          </a:xfrm>
          <a:prstGeom prst="rect">
            <a:avLst/>
          </a:prstGeom>
          <a:noFill/>
          <a:ln/>
        </p:spPr>
        <p:txBody>
          <a:bodyPr wrap="square" rtlCol="0" anchor="ctr"/>
          <a:lstStyle/>
          <a:p>
            <a:r>
              <a:rPr lang="en-US" sz="1600" b="1" dirty="0">
                <a:solidFill>
                  <a:srgbClr val="C8964A"/>
                </a:solidFill>
                <a:latin typeface="Inter"/>
              </a:rPr>
              <a:t>Poor Advisor Economics</a:t>
            </a:r>
          </a:p>
        </p:txBody>
      </p:sp>
      <p:sp>
        <p:nvSpPr>
          <p:cNvPr id="34" name="C3Desc">
            <a:extLst>
              <a:ext uri="{FF2B5EF4-FFF2-40B4-BE49-F238E27FC236}">
                <a16:creationId xmlns:a16="http://schemas.microsoft.com/office/drawing/2014/main" id="{B55B761B-DC62-00AB-8551-EF2D5401AD3C}"/>
              </a:ext>
            </a:extLst>
          </p:cNvPr>
          <p:cNvSpPr/>
          <p:nvPr/>
        </p:nvSpPr>
        <p:spPr>
          <a:xfrm>
            <a:off x="8100000" y="2450000"/>
            <a:ext cx="3300000" cy="980000"/>
          </a:xfrm>
          <a:prstGeom prst="rect">
            <a:avLst/>
          </a:prstGeom>
          <a:noFill/>
          <a:ln/>
        </p:spPr>
        <p:txBody>
          <a:bodyPr wrap="square" rtlCol="0" anchor="t"/>
          <a:lstStyle/>
          <a:p>
            <a:r>
              <a:rPr lang="en-US" sz="1200" dirty="0">
                <a:solidFill>
                  <a:srgbClr val="4A5568"/>
                </a:solidFill>
                <a:latin typeface="Inter"/>
              </a:rPr>
              <a:t>Conventional distribution methods are becoming economically unviable for advisors.</a:t>
            </a:r>
          </a:p>
        </p:txBody>
      </p:sp>
      <p:sp>
        <p:nvSpPr>
          <p:cNvPr id="40" name="C4Bg">
            <a:extLst>
              <a:ext uri="{FF2B5EF4-FFF2-40B4-BE49-F238E27FC236}">
                <a16:creationId xmlns:a16="http://schemas.microsoft.com/office/drawing/2014/main" id="{CB4D5D33-9BAD-3A90-2621-DA0183AD7AD4}"/>
              </a:ext>
            </a:extLst>
          </p:cNvPr>
          <p:cNvSpPr/>
          <p:nvPr/>
        </p:nvSpPr>
        <p:spPr>
          <a:xfrm>
            <a:off x="2411000" y="3720000"/>
            <a:ext cx="3600000" cy="2100000"/>
          </a:xfrm>
          <a:prstGeom prst="roundRect">
            <a:avLst>
              <a:gd name="adj" fmla="val 3000"/>
            </a:avLst>
          </a:prstGeom>
          <a:solidFill>
            <a:srgbClr val="F5F7FA"/>
          </a:solidFill>
          <a:ln w="12700">
            <a:noFill/>
          </a:ln>
          <a:effectLst>
            <a:outerShdw blurRad="127000" dist="38100" dir="8100000" algn="bl" rotWithShape="0">
              <a:srgbClr val="000000">
                <a:alpha val="10000"/>
              </a:srgbClr>
            </a:outerShdw>
          </a:effectLst>
        </p:spPr>
        <p:txBody>
          <a:bodyPr/>
          <a:lstStyle/>
          <a:p>
            <a:endParaRPr lang="en-US" dirty="0"/>
          </a:p>
        </p:txBody>
      </p:sp>
      <p:sp>
        <p:nvSpPr>
          <p:cNvPr id="41" name="C4Num">
            <a:extLst>
              <a:ext uri="{FF2B5EF4-FFF2-40B4-BE49-F238E27FC236}">
                <a16:creationId xmlns:a16="http://schemas.microsoft.com/office/drawing/2014/main" id="{08819D4C-709B-B44F-012D-615E7A7580D0}"/>
              </a:ext>
            </a:extLst>
          </p:cNvPr>
          <p:cNvSpPr/>
          <p:nvPr/>
        </p:nvSpPr>
        <p:spPr>
          <a:xfrm>
            <a:off x="2544280" y="3780000"/>
            <a:ext cx="700000" cy="450000"/>
          </a:xfrm>
          <a:prstGeom prst="rect">
            <a:avLst/>
          </a:prstGeom>
          <a:noFill/>
          <a:ln/>
        </p:spPr>
        <p:txBody>
          <a:bodyPr wrap="square" rtlCol="0" anchor="ctr"/>
          <a:lstStyle/>
          <a:p>
            <a:r>
              <a:rPr lang="en-US" sz="3200" b="1">
                <a:solidFill>
                  <a:srgbClr val="1A2744"/>
                </a:solidFill>
                <a:latin typeface="Calibri"/>
              </a:rPr>
              <a:t>04</a:t>
            </a:r>
          </a:p>
        </p:txBody>
      </p:sp>
      <p:sp>
        <p:nvSpPr>
          <p:cNvPr id="42" name="C4Div">
            <a:extLst>
              <a:ext uri="{FF2B5EF4-FFF2-40B4-BE49-F238E27FC236}">
                <a16:creationId xmlns:a16="http://schemas.microsoft.com/office/drawing/2014/main" id="{904EA787-A4AC-58D6-5C89-A0D3D782B6B6}"/>
              </a:ext>
            </a:extLst>
          </p:cNvPr>
          <p:cNvSpPr/>
          <p:nvPr/>
        </p:nvSpPr>
        <p:spPr>
          <a:xfrm>
            <a:off x="2544280" y="4260000"/>
            <a:ext cx="1800000" cy="0"/>
          </a:xfrm>
          <a:prstGeom prst="line">
            <a:avLst/>
          </a:prstGeom>
          <a:noFill/>
          <a:ln w="6350">
            <a:solidFill>
              <a:srgbClr val="C8964A"/>
            </a:solidFill>
            <a:prstDash val="solid"/>
          </a:ln>
        </p:spPr>
        <p:txBody>
          <a:bodyPr/>
          <a:lstStyle/>
          <a:p>
            <a:endParaRPr lang="en-US" dirty="0"/>
          </a:p>
        </p:txBody>
      </p:sp>
      <p:sp>
        <p:nvSpPr>
          <p:cNvPr id="43" name="C4Title">
            <a:extLst>
              <a:ext uri="{FF2B5EF4-FFF2-40B4-BE49-F238E27FC236}">
                <a16:creationId xmlns:a16="http://schemas.microsoft.com/office/drawing/2014/main" id="{A17A8F29-160C-5B4C-3A59-78E9025488DC}"/>
              </a:ext>
            </a:extLst>
          </p:cNvPr>
          <p:cNvSpPr/>
          <p:nvPr/>
        </p:nvSpPr>
        <p:spPr>
          <a:xfrm>
            <a:off x="2544280" y="4320000"/>
            <a:ext cx="3300000" cy="400000"/>
          </a:xfrm>
          <a:prstGeom prst="rect">
            <a:avLst/>
          </a:prstGeom>
          <a:noFill/>
          <a:ln/>
        </p:spPr>
        <p:txBody>
          <a:bodyPr wrap="square" rtlCol="0" anchor="ctr"/>
          <a:lstStyle/>
          <a:p>
            <a:r>
              <a:rPr lang="en-US" sz="1400" b="1" dirty="0">
                <a:solidFill>
                  <a:srgbClr val="C8964A"/>
                </a:solidFill>
                <a:latin typeface="Inter"/>
              </a:rPr>
              <a:t>Complex Underwriting</a:t>
            </a:r>
          </a:p>
        </p:txBody>
      </p:sp>
      <p:sp>
        <p:nvSpPr>
          <p:cNvPr id="44" name="C4Desc">
            <a:extLst>
              <a:ext uri="{FF2B5EF4-FFF2-40B4-BE49-F238E27FC236}">
                <a16:creationId xmlns:a16="http://schemas.microsoft.com/office/drawing/2014/main" id="{CD632FE6-39A1-16CB-D948-00EDDCA7ECED}"/>
              </a:ext>
            </a:extLst>
          </p:cNvPr>
          <p:cNvSpPr/>
          <p:nvPr/>
        </p:nvSpPr>
        <p:spPr>
          <a:xfrm>
            <a:off x="2544280" y="4720000"/>
            <a:ext cx="3300000" cy="980000"/>
          </a:xfrm>
          <a:prstGeom prst="rect">
            <a:avLst/>
          </a:prstGeom>
          <a:noFill/>
          <a:ln/>
        </p:spPr>
        <p:txBody>
          <a:bodyPr wrap="square" rtlCol="0" anchor="t"/>
          <a:lstStyle/>
          <a:p>
            <a:r>
              <a:rPr lang="en-US" sz="1200" dirty="0">
                <a:solidFill>
                  <a:srgbClr val="4A5568"/>
                </a:solidFill>
                <a:latin typeface="Inter"/>
                <a:ea typeface="Calibri" pitchFamily="34" charset="-122"/>
                <a:cs typeface="Calibri" pitchFamily="34" charset="-120"/>
              </a:rPr>
              <a:t>Multiple handoffs and outdated processes create barriers between advisors and clients.</a:t>
            </a:r>
            <a:endParaRPr lang="en-US" sz="1200" dirty="0">
              <a:latin typeface="Inter"/>
            </a:endParaRPr>
          </a:p>
        </p:txBody>
      </p:sp>
      <p:sp>
        <p:nvSpPr>
          <p:cNvPr id="50" name="C5Bg">
            <a:extLst>
              <a:ext uri="{FF2B5EF4-FFF2-40B4-BE49-F238E27FC236}">
                <a16:creationId xmlns:a16="http://schemas.microsoft.com/office/drawing/2014/main" id="{2F48C20E-D433-3FB2-3393-4173E262E48F}"/>
              </a:ext>
            </a:extLst>
          </p:cNvPr>
          <p:cNvSpPr/>
          <p:nvPr/>
        </p:nvSpPr>
        <p:spPr>
          <a:xfrm>
            <a:off x="6181000" y="3670000"/>
            <a:ext cx="3600000" cy="2100000"/>
          </a:xfrm>
          <a:prstGeom prst="roundRect">
            <a:avLst>
              <a:gd name="adj" fmla="val 3000"/>
            </a:avLst>
          </a:prstGeom>
          <a:solidFill>
            <a:srgbClr val="F5F7FA"/>
          </a:solidFill>
          <a:ln w="12700">
            <a:noFill/>
          </a:ln>
          <a:effectLst>
            <a:outerShdw blurRad="127000" dist="38100" dir="8100000" algn="bl" rotWithShape="0">
              <a:srgbClr val="000000">
                <a:alpha val="10000"/>
              </a:srgbClr>
            </a:outerShdw>
          </a:effectLst>
        </p:spPr>
        <p:txBody>
          <a:bodyPr/>
          <a:lstStyle/>
          <a:p>
            <a:endParaRPr lang="en-US"/>
          </a:p>
        </p:txBody>
      </p:sp>
      <p:sp>
        <p:nvSpPr>
          <p:cNvPr id="51" name="C5Num">
            <a:extLst>
              <a:ext uri="{FF2B5EF4-FFF2-40B4-BE49-F238E27FC236}">
                <a16:creationId xmlns:a16="http://schemas.microsoft.com/office/drawing/2014/main" id="{802D39D7-2D0A-9138-741E-854963BA47F0}"/>
              </a:ext>
            </a:extLst>
          </p:cNvPr>
          <p:cNvSpPr/>
          <p:nvPr/>
        </p:nvSpPr>
        <p:spPr>
          <a:xfrm>
            <a:off x="6314280" y="3780000"/>
            <a:ext cx="700000" cy="450000"/>
          </a:xfrm>
          <a:prstGeom prst="rect">
            <a:avLst/>
          </a:prstGeom>
          <a:noFill/>
          <a:ln/>
        </p:spPr>
        <p:txBody>
          <a:bodyPr wrap="square" rtlCol="0" anchor="ctr"/>
          <a:lstStyle/>
          <a:p>
            <a:r>
              <a:rPr lang="en-US" sz="3200" b="1">
                <a:solidFill>
                  <a:srgbClr val="1A2744"/>
                </a:solidFill>
                <a:latin typeface="Calibri"/>
              </a:rPr>
              <a:t>05</a:t>
            </a:r>
          </a:p>
        </p:txBody>
      </p:sp>
      <p:sp>
        <p:nvSpPr>
          <p:cNvPr id="52" name="C5Div">
            <a:extLst>
              <a:ext uri="{FF2B5EF4-FFF2-40B4-BE49-F238E27FC236}">
                <a16:creationId xmlns:a16="http://schemas.microsoft.com/office/drawing/2014/main" id="{A527D2B5-21DC-36B2-4562-B0E25A942B87}"/>
              </a:ext>
            </a:extLst>
          </p:cNvPr>
          <p:cNvSpPr/>
          <p:nvPr/>
        </p:nvSpPr>
        <p:spPr>
          <a:xfrm>
            <a:off x="6314280" y="4260000"/>
            <a:ext cx="1800000" cy="0"/>
          </a:xfrm>
          <a:prstGeom prst="line">
            <a:avLst/>
          </a:prstGeom>
          <a:noFill/>
          <a:ln w="6350">
            <a:solidFill>
              <a:srgbClr val="C8964A"/>
            </a:solidFill>
            <a:prstDash val="solid"/>
          </a:ln>
        </p:spPr>
        <p:txBody>
          <a:bodyPr/>
          <a:lstStyle/>
          <a:p>
            <a:endParaRPr lang="en-US"/>
          </a:p>
        </p:txBody>
      </p:sp>
      <p:sp>
        <p:nvSpPr>
          <p:cNvPr id="53" name="C5Title">
            <a:extLst>
              <a:ext uri="{FF2B5EF4-FFF2-40B4-BE49-F238E27FC236}">
                <a16:creationId xmlns:a16="http://schemas.microsoft.com/office/drawing/2014/main" id="{8B9535B1-F8D0-BE3B-9C85-FC92993E5A28}"/>
              </a:ext>
            </a:extLst>
          </p:cNvPr>
          <p:cNvSpPr/>
          <p:nvPr/>
        </p:nvSpPr>
        <p:spPr>
          <a:xfrm>
            <a:off x="6314280" y="4320000"/>
            <a:ext cx="3300000" cy="400000"/>
          </a:xfrm>
          <a:prstGeom prst="rect">
            <a:avLst/>
          </a:prstGeom>
          <a:noFill/>
          <a:ln/>
        </p:spPr>
        <p:txBody>
          <a:bodyPr wrap="square" rtlCol="0" anchor="ctr"/>
          <a:lstStyle/>
          <a:p>
            <a:r>
              <a:rPr lang="en-US" sz="1600" b="1" dirty="0">
                <a:solidFill>
                  <a:srgbClr val="C8964A"/>
                </a:solidFill>
                <a:latin typeface="Inter"/>
              </a:rPr>
              <a:t>No Personalization</a:t>
            </a:r>
          </a:p>
        </p:txBody>
      </p:sp>
      <p:sp>
        <p:nvSpPr>
          <p:cNvPr id="54" name="C5Desc">
            <a:extLst>
              <a:ext uri="{FF2B5EF4-FFF2-40B4-BE49-F238E27FC236}">
                <a16:creationId xmlns:a16="http://schemas.microsoft.com/office/drawing/2014/main" id="{39B282E0-4864-E2A0-9595-F9641FB45020}"/>
              </a:ext>
            </a:extLst>
          </p:cNvPr>
          <p:cNvSpPr/>
          <p:nvPr/>
        </p:nvSpPr>
        <p:spPr>
          <a:xfrm>
            <a:off x="6314280" y="4720000"/>
            <a:ext cx="3300000" cy="980000"/>
          </a:xfrm>
          <a:prstGeom prst="rect">
            <a:avLst/>
          </a:prstGeom>
          <a:noFill/>
          <a:ln/>
        </p:spPr>
        <p:txBody>
          <a:bodyPr wrap="square" rtlCol="0" anchor="t"/>
          <a:lstStyle/>
          <a:p>
            <a:r>
              <a:rPr lang="en-US" sz="1200" dirty="0">
                <a:solidFill>
                  <a:srgbClr val="4A5568"/>
                </a:solidFill>
                <a:latin typeface="Inter"/>
              </a:rPr>
              <a:t>Generic insurance branding and handoffs actively damage your client relationships.</a:t>
            </a:r>
          </a:p>
        </p:txBody>
      </p:sp>
      <p:pic>
        <p:nvPicPr>
          <p:cNvPr id="70" name="Logo">
            <a:extLst>
              <a:ext uri="{FF2B5EF4-FFF2-40B4-BE49-F238E27FC236}">
                <a16:creationId xmlns:a16="http://schemas.microsoft.com/office/drawing/2014/main" id="{90C1DB12-C6F6-62A2-47C9-E7EC71EABFBA}"/>
              </a:ext>
            </a:extLst>
          </p:cNvPr>
          <p:cNvPicPr>
            <a:picLocks noChangeAspect="1"/>
          </p:cNvPicPr>
          <p:nvPr/>
        </p:nvPicPr>
        <p:blipFill>
          <a:blip r:embed="rId2"/>
          <a:stretch>
            <a:fillRect/>
          </a:stretch>
        </p:blipFill>
        <p:spPr>
          <a:xfrm>
            <a:off x="10372558" y="247238"/>
            <a:ext cx="1333500" cy="371475"/>
          </a:xfrm>
          <a:prstGeom prst="rect">
            <a:avLst/>
          </a:prstGeom>
        </p:spPr>
      </p:pic>
      <p:pic>
        <p:nvPicPr>
          <p:cNvPr id="3" name="Graphic 48" descr="Long Processing Times">
            <a:extLst>
              <a:ext uri="{FF2B5EF4-FFF2-40B4-BE49-F238E27FC236}">
                <a16:creationId xmlns:a16="http://schemas.microsoft.com/office/drawing/2014/main" id="{4C28B71F-041F-D780-542D-253B0DD2DF0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544120" y="1567400"/>
            <a:ext cx="482600" cy="482600"/>
          </a:xfrm>
          <a:prstGeom prst="rect">
            <a:avLst/>
          </a:prstGeom>
        </p:spPr>
      </p:pic>
      <p:pic>
        <p:nvPicPr>
          <p:cNvPr id="6" name="Graphic 49" descr="Missed Opportunities">
            <a:extLst>
              <a:ext uri="{FF2B5EF4-FFF2-40B4-BE49-F238E27FC236}">
                <a16:creationId xmlns:a16="http://schemas.microsoft.com/office/drawing/2014/main" id="{57B57B93-F277-9D78-9084-73DAA0F4DC0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122230" y="1597136"/>
            <a:ext cx="482600" cy="482600"/>
          </a:xfrm>
          <a:prstGeom prst="rect">
            <a:avLst/>
          </a:prstGeom>
        </p:spPr>
      </p:pic>
      <p:pic>
        <p:nvPicPr>
          <p:cNvPr id="7" name="Graphic 50" descr="Poor Advisor Economics">
            <a:extLst>
              <a:ext uri="{FF2B5EF4-FFF2-40B4-BE49-F238E27FC236}">
                <a16:creationId xmlns:a16="http://schemas.microsoft.com/office/drawing/2014/main" id="{F70C39F0-78F4-E307-C9E0-7707B401E28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084120" y="1622536"/>
            <a:ext cx="482600" cy="482600"/>
          </a:xfrm>
          <a:prstGeom prst="rect">
            <a:avLst/>
          </a:prstGeom>
        </p:spPr>
      </p:pic>
      <p:pic>
        <p:nvPicPr>
          <p:cNvPr id="8" name="Graphic 51" descr="Complex Underwriting">
            <a:extLst>
              <a:ext uri="{FF2B5EF4-FFF2-40B4-BE49-F238E27FC236}">
                <a16:creationId xmlns:a16="http://schemas.microsoft.com/office/drawing/2014/main" id="{1AE80B03-C304-3C45-6F28-66CE8765B8F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528400" y="3837400"/>
            <a:ext cx="482600" cy="482600"/>
          </a:xfrm>
          <a:prstGeom prst="rect">
            <a:avLst/>
          </a:prstGeom>
        </p:spPr>
      </p:pic>
      <p:pic>
        <p:nvPicPr>
          <p:cNvPr id="9" name="Graphic 52" descr="No Personalization">
            <a:extLst>
              <a:ext uri="{FF2B5EF4-FFF2-40B4-BE49-F238E27FC236}">
                <a16:creationId xmlns:a16="http://schemas.microsoft.com/office/drawing/2014/main" id="{FC711350-6179-EE8A-58D9-C8B2C5D1575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298400" y="3837400"/>
            <a:ext cx="482600" cy="482600"/>
          </a:xfrm>
          <a:prstGeom prst="rect">
            <a:avLst/>
          </a:prstGeom>
        </p:spPr>
      </p:pic>
    </p:spTree>
    <p:extLst>
      <p:ext uri="{BB962C8B-B14F-4D97-AF65-F5344CB8AC3E}">
        <p14:creationId xmlns:p14="http://schemas.microsoft.com/office/powerpoint/2010/main" val="27216378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280160"/>
          </a:xfrm>
          <a:solidFill>
            <a:srgbClr val="204C8E"/>
          </a:solidFill>
          <a:ln w="12700">
            <a:prstDash val="solid"/>
          </a:ln>
        </p:spPr>
        <p:txBody>
          <a:bodyPr/>
          <a:lstStyle/>
          <a:p>
            <a:endParaRPr lang="en-IN" sz="2400">
              <a:latin typeface="Inter"/>
            </a:endParaRPr>
          </a:p>
        </p:txBody>
      </p:sp>
      <p:sp>
        <p:nvSpPr>
          <p:cNvPr id="3" name="Shape 1"/>
          <p:cNvSpPr/>
          <p:nvPr/>
        </p:nvSpPr>
        <p:spPr>
          <a:xfrm>
            <a:off x="0" y="0"/>
            <a:ext cx="146304" cy="1280160"/>
          </a:xfrm>
          <a:solidFill>
            <a:srgbClr val="F26B39"/>
          </a:solidFill>
          <a:ln w="12700">
            <a:prstDash val="solid"/>
          </a:ln>
        </p:spPr>
        <p:txBody>
          <a:bodyPr/>
          <a:lstStyle/>
          <a:p>
            <a:endParaRPr lang="en-IN" sz="2400">
              <a:latin typeface="Inter"/>
            </a:endParaRPr>
          </a:p>
        </p:txBody>
      </p:sp>
      <p:sp>
        <p:nvSpPr>
          <p:cNvPr id="4" name="Text 2"/>
          <p:cNvSpPr/>
          <p:nvPr/>
        </p:nvSpPr>
        <p:spPr>
          <a:xfrm>
            <a:off x="341376" y="85344"/>
            <a:ext cx="8534400" cy="365760"/>
          </a:xfrm>
          <a:prstGeom prst="rect">
            <a:avLst/>
          </a:prstGeom>
          <a:noFill/>
          <a:ln/>
        </p:spPr>
        <p:txBody>
          <a:bodyPr wrap="square" rtlCol="0" anchor="ctr"/>
          <a:lstStyle/>
          <a:p>
            <a:r>
              <a:rPr lang="en-US" sz="1600" b="1" kern="0" spc="500" dirty="0">
                <a:solidFill>
                  <a:srgbClr val="FFFFFF"/>
                </a:solidFill>
                <a:latin typeface="Inter"/>
              </a:rPr>
              <a:t>THE SOLUTION</a:t>
            </a:r>
          </a:p>
        </p:txBody>
      </p:sp>
      <p:sp>
        <p:nvSpPr>
          <p:cNvPr id="5" name="Text 3"/>
          <p:cNvSpPr/>
          <p:nvPr/>
        </p:nvSpPr>
        <p:spPr>
          <a:xfrm>
            <a:off x="341376" y="451104"/>
            <a:ext cx="9144000" cy="731520"/>
          </a:xfrm>
          <a:prstGeom prst="rect">
            <a:avLst/>
          </a:prstGeom>
          <a:noFill/>
          <a:ln/>
        </p:spPr>
        <p:txBody>
          <a:bodyPr wrap="square" rtlCol="0" anchor="ctr"/>
          <a:lstStyle/>
          <a:p>
            <a:r>
              <a:rPr lang="en-US" sz="4200" b="1" dirty="0">
                <a:solidFill>
                  <a:srgbClr val="FFFFFF"/>
                </a:solidFill>
                <a:latin typeface="Inter"/>
              </a:rPr>
              <a:t>Four Pillars of the Amoré Advantage</a:t>
            </a:r>
          </a:p>
        </p:txBody>
      </p:sp>
      <p:sp>
        <p:nvSpPr>
          <p:cNvPr id="7" name="Shape 4"/>
          <p:cNvSpPr/>
          <p:nvPr/>
        </p:nvSpPr>
        <p:spPr>
          <a:xfrm>
            <a:off x="426720" y="1341120"/>
            <a:ext cx="2682240" cy="4815840"/>
          </a:xfrm>
          <a:solidFill>
            <a:srgbClr val="F5F7FA"/>
          </a:solidFill>
          <a:ln w="12700">
            <a:prstDash val="solid"/>
          </a:ln>
          <a:effectLst>
            <a:outerShdw blurRad="127000" dist="38100" dir="8100000" algn="bl" rotWithShape="0">
              <a:srgbClr val="000000">
                <a:alpha val="10000"/>
              </a:srgbClr>
            </a:outerShdw>
          </a:effectLst>
        </p:spPr>
        <p:txBody>
          <a:bodyPr/>
          <a:lstStyle/>
          <a:p>
            <a:endParaRPr lang="en-IN" sz="2400">
              <a:latin typeface="Inter"/>
            </a:endParaRPr>
          </a:p>
        </p:txBody>
      </p:sp>
      <p:sp>
        <p:nvSpPr>
          <p:cNvPr id="8" name="Text 5"/>
          <p:cNvSpPr/>
          <p:nvPr/>
        </p:nvSpPr>
        <p:spPr>
          <a:xfrm>
            <a:off x="793416" y="1560576"/>
            <a:ext cx="1584960" cy="792480"/>
          </a:xfrm>
          <a:prstGeom prst="rect">
            <a:avLst/>
          </a:prstGeom>
          <a:noFill/>
          <a:ln/>
        </p:spPr>
        <p:txBody>
          <a:bodyPr wrap="square" rtlCol="0" anchor="ctr"/>
          <a:lstStyle/>
          <a:p>
            <a:r>
              <a:rPr lang="en-US" sz="4267" b="1" dirty="0">
                <a:solidFill>
                  <a:srgbClr val="1A2744"/>
                </a:solidFill>
                <a:latin typeface="Inter"/>
              </a:rPr>
              <a:t>   01</a:t>
            </a:r>
          </a:p>
        </p:txBody>
      </p:sp>
      <p:sp>
        <p:nvSpPr>
          <p:cNvPr id="9" name="Shape 6"/>
          <p:cNvSpPr/>
          <p:nvPr/>
        </p:nvSpPr>
        <p:spPr>
          <a:xfrm>
            <a:off x="609600" y="2438400"/>
            <a:ext cx="2316480" cy="0"/>
          </a:xfrm>
          <a:solidFill>
            <a:srgbClr val="F26B39"/>
          </a:solidFill>
          <a:ln w="6350">
            <a:solidFill>
              <a:srgbClr val="FFFFFF">
                <a:alpha val="40000"/>
              </a:srgbClr>
            </a:solidFill>
            <a:prstDash val="solid"/>
          </a:ln>
        </p:spPr>
        <p:txBody>
          <a:bodyPr/>
          <a:lstStyle/>
          <a:p>
            <a:endParaRPr lang="en-IN" sz="2400">
              <a:latin typeface="Inter"/>
            </a:endParaRPr>
          </a:p>
        </p:txBody>
      </p:sp>
      <p:sp>
        <p:nvSpPr>
          <p:cNvPr id="10" name="Text 7"/>
          <p:cNvSpPr/>
          <p:nvPr/>
        </p:nvSpPr>
        <p:spPr>
          <a:xfrm>
            <a:off x="585216" y="2584704"/>
            <a:ext cx="2523744" cy="1072896"/>
          </a:xfrm>
          <a:prstGeom prst="rect">
            <a:avLst/>
          </a:prstGeom>
          <a:noFill/>
          <a:ln/>
        </p:spPr>
        <p:txBody>
          <a:bodyPr wrap="square" rtlCol="0" anchor="ctr"/>
          <a:lstStyle/>
          <a:p>
            <a:r>
              <a:rPr lang="en-US" sz="1867" b="1" dirty="0">
                <a:solidFill>
                  <a:srgbClr val="C8964A"/>
                </a:solidFill>
                <a:latin typeface="Inter"/>
              </a:rPr>
              <a:t>AI-Powered Processing</a:t>
            </a:r>
          </a:p>
        </p:txBody>
      </p:sp>
      <p:sp>
        <p:nvSpPr>
          <p:cNvPr id="11" name="Text 8"/>
          <p:cNvSpPr/>
          <p:nvPr/>
        </p:nvSpPr>
        <p:spPr>
          <a:xfrm>
            <a:off x="585216" y="3742944"/>
            <a:ext cx="2365248" cy="2292096"/>
          </a:xfrm>
          <a:prstGeom prst="rect">
            <a:avLst/>
          </a:prstGeom>
          <a:noFill/>
          <a:ln/>
        </p:spPr>
        <p:txBody>
          <a:bodyPr wrap="square" rtlCol="0" anchor="t"/>
          <a:lstStyle/>
          <a:p>
            <a:r>
              <a:rPr lang="en-US" sz="1467" dirty="0">
                <a:solidFill>
                  <a:srgbClr val="1A2744"/>
                </a:solidFill>
                <a:latin typeface="Inter"/>
              </a:rPr>
              <a:t>Streamlined compliance and accelerated applications. Immediate underwriting decisions with no compromise on competitiveness or product design.</a:t>
            </a:r>
          </a:p>
        </p:txBody>
      </p:sp>
      <p:sp>
        <p:nvSpPr>
          <p:cNvPr id="12" name="Shape 9"/>
          <p:cNvSpPr/>
          <p:nvPr/>
        </p:nvSpPr>
        <p:spPr>
          <a:xfrm>
            <a:off x="3267456" y="1341120"/>
            <a:ext cx="2682240" cy="4815840"/>
          </a:xfrm>
          <a:solidFill>
            <a:srgbClr val="F5F7FA"/>
          </a:solidFill>
          <a:ln w="12700">
            <a:prstDash val="solid"/>
          </a:ln>
          <a:effectLst>
            <a:outerShdw blurRad="127000" dist="38100" dir="8100000" algn="bl" rotWithShape="0">
              <a:srgbClr val="000000">
                <a:alpha val="10000"/>
              </a:srgbClr>
            </a:outerShdw>
          </a:effectLst>
        </p:spPr>
        <p:txBody>
          <a:bodyPr/>
          <a:lstStyle/>
          <a:p>
            <a:endParaRPr lang="en-IN" sz="2400">
              <a:latin typeface="Inter"/>
            </a:endParaRPr>
          </a:p>
        </p:txBody>
      </p:sp>
      <p:sp>
        <p:nvSpPr>
          <p:cNvPr id="13" name="Text 10"/>
          <p:cNvSpPr/>
          <p:nvPr/>
        </p:nvSpPr>
        <p:spPr>
          <a:xfrm>
            <a:off x="3902242" y="1502691"/>
            <a:ext cx="1584960" cy="792480"/>
          </a:xfrm>
          <a:prstGeom prst="rect">
            <a:avLst/>
          </a:prstGeom>
          <a:noFill/>
          <a:ln/>
        </p:spPr>
        <p:txBody>
          <a:bodyPr wrap="square" rtlCol="0" anchor="ctr"/>
          <a:lstStyle/>
          <a:p>
            <a:r>
              <a:rPr lang="en-US" sz="4267" b="1" dirty="0">
                <a:solidFill>
                  <a:srgbClr val="1A2744"/>
                </a:solidFill>
                <a:latin typeface="Inter"/>
              </a:rPr>
              <a:t>02</a:t>
            </a:r>
          </a:p>
        </p:txBody>
      </p:sp>
      <p:sp>
        <p:nvSpPr>
          <p:cNvPr id="14" name="Shape 11"/>
          <p:cNvSpPr/>
          <p:nvPr/>
        </p:nvSpPr>
        <p:spPr>
          <a:xfrm>
            <a:off x="3450336" y="2438400"/>
            <a:ext cx="2316480" cy="0"/>
          </a:xfrm>
          <a:solidFill>
            <a:srgbClr val="F26B39"/>
          </a:solidFill>
          <a:ln w="6350">
            <a:solidFill>
              <a:srgbClr val="FFFFFF">
                <a:alpha val="40000"/>
              </a:srgbClr>
            </a:solidFill>
            <a:prstDash val="solid"/>
          </a:ln>
        </p:spPr>
        <p:txBody>
          <a:bodyPr/>
          <a:lstStyle/>
          <a:p>
            <a:endParaRPr lang="en-IN" sz="2400">
              <a:latin typeface="Inter"/>
            </a:endParaRPr>
          </a:p>
        </p:txBody>
      </p:sp>
      <p:sp>
        <p:nvSpPr>
          <p:cNvPr id="15" name="Text 12"/>
          <p:cNvSpPr/>
          <p:nvPr/>
        </p:nvSpPr>
        <p:spPr>
          <a:xfrm>
            <a:off x="3425952" y="2584704"/>
            <a:ext cx="2365248" cy="1072896"/>
          </a:xfrm>
          <a:prstGeom prst="rect">
            <a:avLst/>
          </a:prstGeom>
          <a:noFill/>
          <a:ln/>
        </p:spPr>
        <p:txBody>
          <a:bodyPr wrap="square" rtlCol="0" anchor="ctr"/>
          <a:lstStyle/>
          <a:p>
            <a:r>
              <a:rPr lang="en-US" sz="1867" b="1" dirty="0">
                <a:solidFill>
                  <a:srgbClr val="C8964A"/>
                </a:solidFill>
                <a:latin typeface="Inter"/>
              </a:rPr>
              <a:t>Flexible Coverage</a:t>
            </a:r>
          </a:p>
        </p:txBody>
      </p:sp>
      <p:sp>
        <p:nvSpPr>
          <p:cNvPr id="16" name="Text 13"/>
          <p:cNvSpPr/>
          <p:nvPr/>
        </p:nvSpPr>
        <p:spPr>
          <a:xfrm>
            <a:off x="3425952" y="3742944"/>
            <a:ext cx="2365248" cy="2292096"/>
          </a:xfrm>
          <a:prstGeom prst="rect">
            <a:avLst/>
          </a:prstGeom>
          <a:noFill/>
          <a:ln/>
        </p:spPr>
        <p:txBody>
          <a:bodyPr wrap="square" rtlCol="0" anchor="t"/>
          <a:lstStyle/>
          <a:p>
            <a:r>
              <a:rPr lang="en-US" sz="1467" dirty="0">
                <a:solidFill>
                  <a:srgbClr val="1A2744"/>
                </a:solidFill>
                <a:latin typeface="Inter"/>
              </a:rPr>
              <a:t>Any term from 5 to 40 years. Up to $2,000,000 in coverage. Convertible, renewable, and tailored to every client’s life stage.</a:t>
            </a:r>
          </a:p>
        </p:txBody>
      </p:sp>
      <p:sp>
        <p:nvSpPr>
          <p:cNvPr id="17" name="Shape 14"/>
          <p:cNvSpPr/>
          <p:nvPr/>
        </p:nvSpPr>
        <p:spPr>
          <a:xfrm>
            <a:off x="6108192" y="1341120"/>
            <a:ext cx="2682240" cy="4815840"/>
          </a:xfrm>
          <a:solidFill>
            <a:srgbClr val="F5F7FA"/>
          </a:solidFill>
          <a:ln w="12700">
            <a:prstDash val="solid"/>
          </a:ln>
          <a:effectLst>
            <a:outerShdw blurRad="127000" dist="38100" dir="8100000" algn="bl" rotWithShape="0">
              <a:srgbClr val="000000">
                <a:alpha val="10000"/>
              </a:srgbClr>
            </a:outerShdw>
          </a:effectLst>
        </p:spPr>
        <p:txBody>
          <a:bodyPr/>
          <a:lstStyle/>
          <a:p>
            <a:endParaRPr lang="en-IN" sz="2400">
              <a:latin typeface="Inter"/>
            </a:endParaRPr>
          </a:p>
        </p:txBody>
      </p:sp>
      <p:sp>
        <p:nvSpPr>
          <p:cNvPr id="18" name="Text 15"/>
          <p:cNvSpPr/>
          <p:nvPr/>
        </p:nvSpPr>
        <p:spPr>
          <a:xfrm>
            <a:off x="6645442" y="1506220"/>
            <a:ext cx="1584960" cy="792480"/>
          </a:xfrm>
          <a:prstGeom prst="rect">
            <a:avLst/>
          </a:prstGeom>
          <a:noFill/>
          <a:ln/>
        </p:spPr>
        <p:txBody>
          <a:bodyPr wrap="square" rtlCol="0" anchor="ctr"/>
          <a:lstStyle/>
          <a:p>
            <a:r>
              <a:rPr lang="en-US" sz="4267" b="1" dirty="0">
                <a:solidFill>
                  <a:srgbClr val="1A2744"/>
                </a:solidFill>
                <a:latin typeface="Inter"/>
              </a:rPr>
              <a:t> 03</a:t>
            </a:r>
          </a:p>
        </p:txBody>
      </p:sp>
      <p:sp>
        <p:nvSpPr>
          <p:cNvPr id="19" name="Shape 16"/>
          <p:cNvSpPr/>
          <p:nvPr/>
        </p:nvSpPr>
        <p:spPr>
          <a:xfrm>
            <a:off x="6291072" y="2438400"/>
            <a:ext cx="2316480" cy="0"/>
          </a:xfrm>
          <a:solidFill>
            <a:srgbClr val="F26B39"/>
          </a:solidFill>
          <a:ln w="6350">
            <a:solidFill>
              <a:srgbClr val="FFFFFF">
                <a:alpha val="40000"/>
              </a:srgbClr>
            </a:solidFill>
            <a:prstDash val="solid"/>
          </a:ln>
        </p:spPr>
        <p:txBody>
          <a:bodyPr/>
          <a:lstStyle/>
          <a:p>
            <a:endParaRPr lang="en-IN" sz="2400">
              <a:latin typeface="Inter"/>
            </a:endParaRPr>
          </a:p>
        </p:txBody>
      </p:sp>
      <p:sp>
        <p:nvSpPr>
          <p:cNvPr id="20" name="Text 17"/>
          <p:cNvSpPr/>
          <p:nvPr/>
        </p:nvSpPr>
        <p:spPr>
          <a:xfrm>
            <a:off x="6266688" y="2584704"/>
            <a:ext cx="2365248" cy="1072896"/>
          </a:xfrm>
          <a:prstGeom prst="rect">
            <a:avLst/>
          </a:prstGeom>
          <a:noFill/>
          <a:ln/>
        </p:spPr>
        <p:txBody>
          <a:bodyPr wrap="square" rtlCol="0" anchor="ctr"/>
          <a:lstStyle/>
          <a:p>
            <a:r>
              <a:rPr lang="en-US" sz="1867" b="1" dirty="0">
                <a:solidFill>
                  <a:srgbClr val="C8964A"/>
                </a:solidFill>
                <a:latin typeface="Inter"/>
              </a:rPr>
              <a:t>Enhanced Efficiency</a:t>
            </a:r>
          </a:p>
        </p:txBody>
      </p:sp>
      <p:sp>
        <p:nvSpPr>
          <p:cNvPr id="21" name="Text 18"/>
          <p:cNvSpPr/>
          <p:nvPr/>
        </p:nvSpPr>
        <p:spPr>
          <a:xfrm>
            <a:off x="6266688" y="3742944"/>
            <a:ext cx="2365248" cy="2292096"/>
          </a:xfrm>
          <a:prstGeom prst="rect">
            <a:avLst/>
          </a:prstGeom>
          <a:noFill/>
          <a:ln/>
        </p:spPr>
        <p:txBody>
          <a:bodyPr wrap="square" rtlCol="0" anchor="t"/>
          <a:lstStyle/>
          <a:p>
            <a:r>
              <a:rPr lang="en-US" sz="1467" dirty="0">
                <a:solidFill>
                  <a:srgbClr val="1A2744"/>
                </a:solidFill>
                <a:latin typeface="Inter"/>
              </a:rPr>
              <a:t>Eliminate paper forms and multiple handoffs. Clients self-serve from your personal website, or you guide them through every step.</a:t>
            </a:r>
          </a:p>
        </p:txBody>
      </p:sp>
      <p:sp>
        <p:nvSpPr>
          <p:cNvPr id="22" name="Shape 19"/>
          <p:cNvSpPr/>
          <p:nvPr/>
        </p:nvSpPr>
        <p:spPr>
          <a:xfrm>
            <a:off x="8948928" y="1341120"/>
            <a:ext cx="2682240" cy="4815840"/>
          </a:xfrm>
          <a:solidFill>
            <a:srgbClr val="F5F7FA"/>
          </a:solidFill>
          <a:ln w="12700">
            <a:prstDash val="solid"/>
          </a:ln>
          <a:effectLst>
            <a:outerShdw blurRad="127000" dist="38100" dir="8100000" algn="bl" rotWithShape="0">
              <a:srgbClr val="000000">
                <a:alpha val="10000"/>
              </a:srgbClr>
            </a:outerShdw>
          </a:effectLst>
        </p:spPr>
        <p:txBody>
          <a:bodyPr/>
          <a:lstStyle/>
          <a:p>
            <a:endParaRPr lang="en-IN" sz="2400">
              <a:latin typeface="Inter"/>
            </a:endParaRPr>
          </a:p>
        </p:txBody>
      </p:sp>
      <p:sp>
        <p:nvSpPr>
          <p:cNvPr id="23" name="Text 20"/>
          <p:cNvSpPr/>
          <p:nvPr/>
        </p:nvSpPr>
        <p:spPr>
          <a:xfrm>
            <a:off x="9485376" y="1545015"/>
            <a:ext cx="1584960" cy="792480"/>
          </a:xfrm>
          <a:prstGeom prst="rect">
            <a:avLst/>
          </a:prstGeom>
          <a:noFill/>
          <a:ln/>
        </p:spPr>
        <p:txBody>
          <a:bodyPr wrap="square" rtlCol="0" anchor="ctr"/>
          <a:lstStyle/>
          <a:p>
            <a:r>
              <a:rPr lang="en-US" sz="4267" b="1" dirty="0">
                <a:solidFill>
                  <a:srgbClr val="1A2744"/>
                </a:solidFill>
                <a:latin typeface="Inter"/>
              </a:rPr>
              <a:t>04</a:t>
            </a:r>
          </a:p>
        </p:txBody>
      </p:sp>
      <p:sp>
        <p:nvSpPr>
          <p:cNvPr id="24" name="Shape 21"/>
          <p:cNvSpPr/>
          <p:nvPr/>
        </p:nvSpPr>
        <p:spPr>
          <a:xfrm>
            <a:off x="9131808" y="2438400"/>
            <a:ext cx="2316480" cy="0"/>
          </a:xfrm>
          <a:solidFill>
            <a:srgbClr val="F26B39"/>
          </a:solidFill>
          <a:ln w="6350">
            <a:solidFill>
              <a:srgbClr val="FFFFFF">
                <a:alpha val="40000"/>
              </a:srgbClr>
            </a:solidFill>
            <a:prstDash val="solid"/>
          </a:ln>
        </p:spPr>
        <p:txBody>
          <a:bodyPr/>
          <a:lstStyle/>
          <a:p>
            <a:endParaRPr lang="en-IN" sz="2400">
              <a:latin typeface="Inter"/>
            </a:endParaRPr>
          </a:p>
        </p:txBody>
      </p:sp>
      <p:sp>
        <p:nvSpPr>
          <p:cNvPr id="25" name="Text 22"/>
          <p:cNvSpPr/>
          <p:nvPr/>
        </p:nvSpPr>
        <p:spPr>
          <a:xfrm>
            <a:off x="9107424" y="2584704"/>
            <a:ext cx="2365248" cy="1072896"/>
          </a:xfrm>
          <a:prstGeom prst="rect">
            <a:avLst/>
          </a:prstGeom>
          <a:noFill/>
          <a:ln/>
        </p:spPr>
        <p:txBody>
          <a:bodyPr wrap="square" rtlCol="0" anchor="ctr"/>
          <a:lstStyle/>
          <a:p>
            <a:r>
              <a:rPr lang="en-US" sz="1867" b="1" dirty="0">
                <a:solidFill>
                  <a:srgbClr val="C8964A"/>
                </a:solidFill>
                <a:latin typeface="Inter"/>
              </a:rPr>
              <a:t>Personal Branding</a:t>
            </a:r>
          </a:p>
        </p:txBody>
      </p:sp>
      <p:sp>
        <p:nvSpPr>
          <p:cNvPr id="26" name="Text 23"/>
          <p:cNvSpPr/>
          <p:nvPr/>
        </p:nvSpPr>
        <p:spPr>
          <a:xfrm>
            <a:off x="9107424" y="3742944"/>
            <a:ext cx="2365248" cy="2292096"/>
          </a:xfrm>
          <a:prstGeom prst="rect">
            <a:avLst/>
          </a:prstGeom>
          <a:noFill/>
          <a:ln/>
        </p:spPr>
        <p:txBody>
          <a:bodyPr wrap="square" rtlCol="0" anchor="t"/>
          <a:lstStyle/>
          <a:p>
            <a:r>
              <a:rPr lang="en-US" sz="1467" dirty="0">
                <a:solidFill>
                  <a:srgbClr val="1A2744"/>
                </a:solidFill>
                <a:latin typeface="Inter"/>
              </a:rPr>
              <a:t>Your own website, URL, logo, and branded communications. Sell as yourself — not as a generic insurance company representative.</a:t>
            </a:r>
          </a:p>
        </p:txBody>
      </p:sp>
      <p:sp>
        <p:nvSpPr>
          <p:cNvPr id="27" name="Shape 24"/>
          <p:cNvSpPr/>
          <p:nvPr/>
        </p:nvSpPr>
        <p:spPr>
          <a:xfrm>
            <a:off x="0" y="6522720"/>
            <a:ext cx="12192000" cy="335280"/>
          </a:xfrm>
          <a:solidFill>
            <a:srgbClr val="1A2744"/>
          </a:solidFill>
          <a:ln w="12700">
            <a:prstDash val="solid"/>
          </a:ln>
        </p:spPr>
        <p:txBody>
          <a:bodyPr/>
          <a:lstStyle/>
          <a:p>
            <a:endParaRPr lang="en-IN" sz="2400">
              <a:latin typeface="Inter"/>
            </a:endParaRPr>
          </a:p>
        </p:txBody>
      </p:sp>
      <p:pic>
        <p:nvPicPr>
          <p:cNvPr id="29" name="Graphic 29" descr="AI-Powered Processi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59308" y="2298700"/>
            <a:ext cx="558800" cy="558800"/>
          </a:xfrm>
          <a:prstGeom prst="rect">
            <a:avLst/>
          </a:prstGeom>
        </p:spPr>
      </p:pic>
      <p:pic>
        <p:nvPicPr>
          <p:cNvPr id="30" name="Graphic 30" descr="Flexible Coverage"/>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977106" y="2305304"/>
            <a:ext cx="558800" cy="558800"/>
          </a:xfrm>
          <a:prstGeom prst="rect">
            <a:avLst/>
          </a:prstGeom>
        </p:spPr>
      </p:pic>
      <p:pic>
        <p:nvPicPr>
          <p:cNvPr id="31" name="Graphic 31" descr="Enhanced Efficiency"/>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834606" y="2305304"/>
            <a:ext cx="558800" cy="558800"/>
          </a:xfrm>
          <a:prstGeom prst="rect">
            <a:avLst/>
          </a:prstGeom>
        </p:spPr>
      </p:pic>
      <p:pic>
        <p:nvPicPr>
          <p:cNvPr id="32" name="Graphic 32" descr="Personal Brandi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616581" y="2220704"/>
            <a:ext cx="558800" cy="558800"/>
          </a:xfrm>
          <a:prstGeom prst="rect">
            <a:avLst/>
          </a:prstGeom>
        </p:spPr>
      </p:pic>
      <p:pic>
        <p:nvPicPr>
          <p:cNvPr id="33" name="Picture 32">
            <a:extLst>
              <a:ext uri="{FF2B5EF4-FFF2-40B4-BE49-F238E27FC236}">
                <a16:creationId xmlns:a16="http://schemas.microsoft.com/office/drawing/2014/main" id="{348A77CB-ABE3-363C-73D9-9738439DADC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461324" y="271302"/>
            <a:ext cx="1333500" cy="371475"/>
          </a:xfrm>
          <a:prstGeom prst="rect">
            <a:avLst/>
          </a:prstGeom>
        </p:spPr>
      </p:pic>
      <p:sp>
        <p:nvSpPr>
          <p:cNvPr id="6" name="Text 3"/>
          <p:cNvSpPr/>
          <p:nvPr/>
        </p:nvSpPr>
        <p:spPr>
          <a:xfrm>
            <a:off x="615696" y="643900"/>
            <a:ext cx="9144000" cy="731520"/>
          </a:xfrm>
          <a:prstGeom prst="rect">
            <a:avLst/>
          </a:prstGeom>
          <a:noFill/>
          <a:ln/>
        </p:spPr>
        <p:txBody>
          <a:bodyPr wrap="square" rtlCol="0" anchor="ctr"/>
          <a:lstStyle/>
          <a:p>
            <a:r>
              <a:rPr lang="en-US" sz="3600" b="1" dirty="0">
                <a:solidFill>
                  <a:srgbClr val="1A2744"/>
                </a:solidFill>
                <a:latin typeface="Inter"/>
                <a:ea typeface="Calibri" pitchFamily="34" charset="-122"/>
                <a:cs typeface="Calibri" pitchFamily="34" charset="-120"/>
              </a:rPr>
              <a:t>Four Pillars of RiskDX</a:t>
            </a:r>
            <a:endParaRPr lang="en-US" sz="3600" dirty="0">
              <a:solidFill>
                <a:srgbClr val="1A2744"/>
              </a:solidFill>
              <a:latin typeface="Inter"/>
            </a:endParaRPr>
          </a:p>
        </p:txBody>
      </p:sp>
    </p:spTree>
    <p:extLst>
      <p:ext uri="{BB962C8B-B14F-4D97-AF65-F5344CB8AC3E}">
        <p14:creationId xmlns:p14="http://schemas.microsoft.com/office/powerpoint/2010/main" val="17378960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5A905D-9200-29FE-682A-CD2639DD2AC9}"/>
            </a:ext>
          </a:extLst>
        </p:cNvPr>
        <p:cNvGrpSpPr/>
        <p:nvPr/>
      </p:nvGrpSpPr>
      <p:grpSpPr>
        <a:xfrm>
          <a:off x="0" y="0"/>
          <a:ext cx="0" cy="0"/>
          <a:chOff x="0" y="0"/>
          <a:chExt cx="0" cy="0"/>
        </a:xfrm>
      </p:grpSpPr>
      <p:sp>
        <p:nvSpPr>
          <p:cNvPr id="25" name="Rounded Rectangle 24">
            <a:extLst>
              <a:ext uri="{FF2B5EF4-FFF2-40B4-BE49-F238E27FC236}">
                <a16:creationId xmlns:a16="http://schemas.microsoft.com/office/drawing/2014/main" id="{915FCCFB-0638-C437-453A-93D380BC9388}"/>
              </a:ext>
            </a:extLst>
          </p:cNvPr>
          <p:cNvSpPr/>
          <p:nvPr/>
        </p:nvSpPr>
        <p:spPr>
          <a:xfrm>
            <a:off x="643799" y="1938042"/>
            <a:ext cx="1221998" cy="646329"/>
          </a:xfrm>
          <a:prstGeom prst="roundRect">
            <a:avLst/>
          </a:prstGeom>
          <a:ln/>
        </p:spPr>
        <p:style>
          <a:lnRef idx="3">
            <a:schemeClr val="lt1"/>
          </a:lnRef>
          <a:fillRef idx="1">
            <a:schemeClr val="accent2"/>
          </a:fillRef>
          <a:effectRef idx="1">
            <a:schemeClr val="accent2"/>
          </a:effectRef>
          <a:fontRef idx="minor">
            <a:schemeClr val="lt1"/>
          </a:fontRef>
        </p:style>
        <p:txBody>
          <a:bodyPr rtlCol="0" anchor="ctr"/>
          <a:lstStyle/>
          <a:p>
            <a:pPr algn="ctr"/>
            <a:r>
              <a:rPr lang="en-US" sz="1400" dirty="0">
                <a:latin typeface="Inter"/>
              </a:rPr>
              <a:t>Quote</a:t>
            </a:r>
          </a:p>
        </p:txBody>
      </p:sp>
      <p:sp>
        <p:nvSpPr>
          <p:cNvPr id="26" name="Rounded Rectangle 25">
            <a:extLst>
              <a:ext uri="{FF2B5EF4-FFF2-40B4-BE49-F238E27FC236}">
                <a16:creationId xmlns:a16="http://schemas.microsoft.com/office/drawing/2014/main" id="{093E80DD-7AF4-86BE-DC16-37507F793C5D}"/>
              </a:ext>
            </a:extLst>
          </p:cNvPr>
          <p:cNvSpPr/>
          <p:nvPr/>
        </p:nvSpPr>
        <p:spPr>
          <a:xfrm>
            <a:off x="2184688" y="1938042"/>
            <a:ext cx="1218270" cy="646329"/>
          </a:xfrm>
          <a:prstGeom prst="roundRect">
            <a:avLst/>
          </a:prstGeom>
          <a:ln/>
        </p:spPr>
        <p:style>
          <a:lnRef idx="3">
            <a:schemeClr val="lt1"/>
          </a:lnRef>
          <a:fillRef idx="1">
            <a:schemeClr val="accent2"/>
          </a:fillRef>
          <a:effectRef idx="1">
            <a:schemeClr val="accent2"/>
          </a:effectRef>
          <a:fontRef idx="minor">
            <a:schemeClr val="lt1"/>
          </a:fontRef>
        </p:style>
        <p:txBody>
          <a:bodyPr rtlCol="0" anchor="ctr"/>
          <a:lstStyle/>
          <a:p>
            <a:pPr algn="ctr"/>
            <a:r>
              <a:rPr lang="en-US" sz="1400" dirty="0">
                <a:latin typeface="Inter"/>
              </a:rPr>
              <a:t>Apply with Payment</a:t>
            </a:r>
          </a:p>
        </p:txBody>
      </p:sp>
      <p:sp>
        <p:nvSpPr>
          <p:cNvPr id="28" name="Rounded Rectangle 27">
            <a:extLst>
              <a:ext uri="{FF2B5EF4-FFF2-40B4-BE49-F238E27FC236}">
                <a16:creationId xmlns:a16="http://schemas.microsoft.com/office/drawing/2014/main" id="{D805C20E-BB79-4610-4F48-2643E8F3F030}"/>
              </a:ext>
            </a:extLst>
          </p:cNvPr>
          <p:cNvSpPr/>
          <p:nvPr/>
        </p:nvSpPr>
        <p:spPr>
          <a:xfrm>
            <a:off x="3721849" y="1938042"/>
            <a:ext cx="1218270" cy="646329"/>
          </a:xfrm>
          <a:prstGeom prst="roundRect">
            <a:avLst/>
          </a:prstGeom>
          <a:ln/>
        </p:spPr>
        <p:style>
          <a:lnRef idx="3">
            <a:schemeClr val="lt1"/>
          </a:lnRef>
          <a:fillRef idx="1">
            <a:schemeClr val="accent2"/>
          </a:fillRef>
          <a:effectRef idx="1">
            <a:schemeClr val="accent2"/>
          </a:effectRef>
          <a:fontRef idx="minor">
            <a:schemeClr val="lt1"/>
          </a:fontRef>
        </p:style>
        <p:txBody>
          <a:bodyPr rtlCol="0" anchor="ctr"/>
          <a:lstStyle/>
          <a:p>
            <a:pPr algn="ctr"/>
            <a:r>
              <a:rPr lang="en-US" sz="1400" dirty="0">
                <a:latin typeface="Inter"/>
              </a:rPr>
              <a:t>Submit to Underwrite</a:t>
            </a:r>
          </a:p>
        </p:txBody>
      </p:sp>
      <p:sp>
        <p:nvSpPr>
          <p:cNvPr id="29" name="Rounded Rectangle 28">
            <a:extLst>
              <a:ext uri="{FF2B5EF4-FFF2-40B4-BE49-F238E27FC236}">
                <a16:creationId xmlns:a16="http://schemas.microsoft.com/office/drawing/2014/main" id="{D837E19A-497B-2F6D-9670-E920CFB6766C}"/>
              </a:ext>
            </a:extLst>
          </p:cNvPr>
          <p:cNvSpPr/>
          <p:nvPr/>
        </p:nvSpPr>
        <p:spPr>
          <a:xfrm>
            <a:off x="3966450" y="2884076"/>
            <a:ext cx="1218270" cy="646329"/>
          </a:xfrm>
          <a:prstGeom prst="roundRect">
            <a:avLst/>
          </a:prstGeom>
          <a:ln/>
        </p:spPr>
        <p:style>
          <a:lnRef idx="3">
            <a:schemeClr val="lt1"/>
          </a:lnRef>
          <a:fillRef idx="1001">
            <a:schemeClr val="lt2"/>
          </a:fillRef>
          <a:effectRef idx="1">
            <a:schemeClr val="accent1"/>
          </a:effectRef>
          <a:fontRef idx="minor">
            <a:schemeClr val="lt1"/>
          </a:fontRef>
        </p:style>
        <p:txBody>
          <a:bodyPr rtlCol="0" anchor="ctr"/>
          <a:lstStyle/>
          <a:p>
            <a:pPr algn="ctr"/>
            <a:r>
              <a:rPr lang="en-US" sz="1400" dirty="0">
                <a:latin typeface="Inter"/>
              </a:rPr>
              <a:t>Underwriter Review</a:t>
            </a:r>
          </a:p>
        </p:txBody>
      </p:sp>
      <p:sp>
        <p:nvSpPr>
          <p:cNvPr id="30" name="Rounded Rectangle 29">
            <a:extLst>
              <a:ext uri="{FF2B5EF4-FFF2-40B4-BE49-F238E27FC236}">
                <a16:creationId xmlns:a16="http://schemas.microsoft.com/office/drawing/2014/main" id="{ECE715AD-CDA9-FF6E-17FE-E79768B49E12}"/>
              </a:ext>
            </a:extLst>
          </p:cNvPr>
          <p:cNvSpPr/>
          <p:nvPr/>
        </p:nvSpPr>
        <p:spPr>
          <a:xfrm>
            <a:off x="4668868" y="3853570"/>
            <a:ext cx="1218270" cy="646329"/>
          </a:xfrm>
          <a:prstGeom prst="roundRect">
            <a:avLst/>
          </a:prstGeom>
          <a:ln/>
        </p:spPr>
        <p:style>
          <a:lnRef idx="3">
            <a:schemeClr val="lt1"/>
          </a:lnRef>
          <a:fillRef idx="1">
            <a:schemeClr val="accent1"/>
          </a:fillRef>
          <a:effectRef idx="1">
            <a:schemeClr val="accent1"/>
          </a:effectRef>
          <a:fontRef idx="minor">
            <a:schemeClr val="lt1"/>
          </a:fontRef>
        </p:style>
        <p:txBody>
          <a:bodyPr rtlCol="0" anchor="ctr"/>
          <a:lstStyle/>
          <a:p>
            <a:pPr algn="ctr"/>
            <a:r>
              <a:rPr lang="en-US" sz="1400" dirty="0">
                <a:latin typeface="Inter"/>
              </a:rPr>
              <a:t>Additional Tests</a:t>
            </a:r>
          </a:p>
        </p:txBody>
      </p:sp>
      <p:sp>
        <p:nvSpPr>
          <p:cNvPr id="31" name="Rounded Rectangle 30">
            <a:extLst>
              <a:ext uri="{FF2B5EF4-FFF2-40B4-BE49-F238E27FC236}">
                <a16:creationId xmlns:a16="http://schemas.microsoft.com/office/drawing/2014/main" id="{B5B6DB72-C5AC-305C-5416-8FEFDDFFDA59}"/>
              </a:ext>
            </a:extLst>
          </p:cNvPr>
          <p:cNvSpPr/>
          <p:nvPr/>
        </p:nvSpPr>
        <p:spPr>
          <a:xfrm>
            <a:off x="5420610" y="2884076"/>
            <a:ext cx="1218270" cy="646329"/>
          </a:xfrm>
          <a:prstGeom prst="roundRect">
            <a:avLst/>
          </a:prstGeom>
          <a:ln/>
        </p:spPr>
        <p:style>
          <a:lnRef idx="3">
            <a:schemeClr val="lt1"/>
          </a:lnRef>
          <a:fillRef idx="1">
            <a:schemeClr val="accent1"/>
          </a:fillRef>
          <a:effectRef idx="1">
            <a:schemeClr val="accent1"/>
          </a:effectRef>
          <a:fontRef idx="minor">
            <a:schemeClr val="lt1"/>
          </a:fontRef>
        </p:style>
        <p:txBody>
          <a:bodyPr rtlCol="0" anchor="ctr"/>
          <a:lstStyle/>
          <a:p>
            <a:pPr algn="ctr"/>
            <a:r>
              <a:rPr lang="en-US" sz="1400" dirty="0">
                <a:latin typeface="Inter"/>
              </a:rPr>
              <a:t>Offer</a:t>
            </a:r>
          </a:p>
        </p:txBody>
      </p:sp>
      <p:sp>
        <p:nvSpPr>
          <p:cNvPr id="33" name="Rounded Rectangle 32">
            <a:extLst>
              <a:ext uri="{FF2B5EF4-FFF2-40B4-BE49-F238E27FC236}">
                <a16:creationId xmlns:a16="http://schemas.microsoft.com/office/drawing/2014/main" id="{21C945FD-79FE-4EBC-ECC6-CCE3AD662D9A}"/>
              </a:ext>
            </a:extLst>
          </p:cNvPr>
          <p:cNvSpPr/>
          <p:nvPr/>
        </p:nvSpPr>
        <p:spPr>
          <a:xfrm>
            <a:off x="7154493" y="1962592"/>
            <a:ext cx="1221998" cy="646329"/>
          </a:xfrm>
          <a:prstGeom prst="roundRect">
            <a:avLst/>
          </a:prstGeom>
          <a:ln/>
        </p:spPr>
        <p:style>
          <a:lnRef idx="3">
            <a:schemeClr val="lt1"/>
          </a:lnRef>
          <a:fillRef idx="1">
            <a:schemeClr val="accent2"/>
          </a:fillRef>
          <a:effectRef idx="1">
            <a:schemeClr val="accent2"/>
          </a:effectRef>
          <a:fontRef idx="minor">
            <a:schemeClr val="lt1"/>
          </a:fontRef>
        </p:style>
        <p:txBody>
          <a:bodyPr rtlCol="0" anchor="ctr"/>
          <a:lstStyle/>
          <a:p>
            <a:pPr algn="ctr"/>
            <a:r>
              <a:rPr lang="en-US" sz="1400" dirty="0">
                <a:latin typeface="Inter"/>
              </a:rPr>
              <a:t>Bind</a:t>
            </a:r>
          </a:p>
        </p:txBody>
      </p:sp>
      <p:sp>
        <p:nvSpPr>
          <p:cNvPr id="34" name="Rounded Rectangle 33">
            <a:extLst>
              <a:ext uri="{FF2B5EF4-FFF2-40B4-BE49-F238E27FC236}">
                <a16:creationId xmlns:a16="http://schemas.microsoft.com/office/drawing/2014/main" id="{E9BCD00D-9D40-EA5B-F576-58838E16317D}"/>
              </a:ext>
            </a:extLst>
          </p:cNvPr>
          <p:cNvSpPr/>
          <p:nvPr/>
        </p:nvSpPr>
        <p:spPr>
          <a:xfrm>
            <a:off x="8691654" y="1962591"/>
            <a:ext cx="1221998" cy="646329"/>
          </a:xfrm>
          <a:prstGeom prst="roundRect">
            <a:avLst/>
          </a:prstGeom>
          <a:ln/>
        </p:spPr>
        <p:style>
          <a:lnRef idx="3">
            <a:schemeClr val="lt1"/>
          </a:lnRef>
          <a:fillRef idx="1">
            <a:schemeClr val="accent2"/>
          </a:fillRef>
          <a:effectRef idx="1">
            <a:schemeClr val="accent2"/>
          </a:effectRef>
          <a:fontRef idx="minor">
            <a:schemeClr val="lt1"/>
          </a:fontRef>
        </p:style>
        <p:txBody>
          <a:bodyPr rtlCol="0" anchor="ctr"/>
          <a:lstStyle/>
          <a:p>
            <a:pPr algn="ctr"/>
            <a:r>
              <a:rPr lang="en-US" sz="1400" dirty="0">
                <a:latin typeface="Inter"/>
              </a:rPr>
              <a:t>Deliver</a:t>
            </a:r>
          </a:p>
        </p:txBody>
      </p:sp>
      <p:sp>
        <p:nvSpPr>
          <p:cNvPr id="35" name="Rounded Rectangle 34">
            <a:extLst>
              <a:ext uri="{FF2B5EF4-FFF2-40B4-BE49-F238E27FC236}">
                <a16:creationId xmlns:a16="http://schemas.microsoft.com/office/drawing/2014/main" id="{FC86FE27-8F2A-0187-0A6C-BCE55AEB0A86}"/>
              </a:ext>
            </a:extLst>
          </p:cNvPr>
          <p:cNvSpPr/>
          <p:nvPr/>
        </p:nvSpPr>
        <p:spPr>
          <a:xfrm>
            <a:off x="5677194" y="1962592"/>
            <a:ext cx="1218270" cy="646329"/>
          </a:xfrm>
          <a:prstGeom prst="roundRect">
            <a:avLst/>
          </a:prstGeom>
          <a:ln/>
        </p:spPr>
        <p:style>
          <a:lnRef idx="3">
            <a:schemeClr val="lt1"/>
          </a:lnRef>
          <a:fillRef idx="1">
            <a:schemeClr val="accent2"/>
          </a:fillRef>
          <a:effectRef idx="1">
            <a:schemeClr val="accent2"/>
          </a:effectRef>
          <a:fontRef idx="minor">
            <a:schemeClr val="lt1"/>
          </a:fontRef>
        </p:style>
        <p:txBody>
          <a:bodyPr rtlCol="0" anchor="ctr"/>
          <a:lstStyle/>
          <a:p>
            <a:pPr algn="ctr"/>
            <a:r>
              <a:rPr lang="en-US" sz="1400" dirty="0">
                <a:latin typeface="Inter"/>
              </a:rPr>
              <a:t>Sign Amendment</a:t>
            </a:r>
          </a:p>
        </p:txBody>
      </p:sp>
      <p:cxnSp>
        <p:nvCxnSpPr>
          <p:cNvPr id="38" name="Straight Arrow Connector 37">
            <a:extLst>
              <a:ext uri="{FF2B5EF4-FFF2-40B4-BE49-F238E27FC236}">
                <a16:creationId xmlns:a16="http://schemas.microsoft.com/office/drawing/2014/main" id="{719DF21A-35C8-7015-7E05-4434E5355BBE}"/>
              </a:ext>
            </a:extLst>
          </p:cNvPr>
          <p:cNvCxnSpPr>
            <a:stCxn id="25" idx="3"/>
            <a:endCxn id="26" idx="1"/>
          </p:cNvCxnSpPr>
          <p:nvPr/>
        </p:nvCxnSpPr>
        <p:spPr>
          <a:xfrm>
            <a:off x="1865797" y="2261207"/>
            <a:ext cx="31889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257BA074-01C5-6CAA-9965-43D862993C3C}"/>
              </a:ext>
            </a:extLst>
          </p:cNvPr>
          <p:cNvCxnSpPr>
            <a:cxnSpLocks/>
            <a:stCxn id="26" idx="3"/>
            <a:endCxn id="28" idx="1"/>
          </p:cNvCxnSpPr>
          <p:nvPr/>
        </p:nvCxnSpPr>
        <p:spPr>
          <a:xfrm>
            <a:off x="3402958" y="2261207"/>
            <a:ext cx="31889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FF17A466-F61E-E4E0-97E5-13A8878BBA5C}"/>
              </a:ext>
            </a:extLst>
          </p:cNvPr>
          <p:cNvCxnSpPr>
            <a:cxnSpLocks/>
            <a:stCxn id="28" idx="2"/>
            <a:endCxn id="29" idx="0"/>
          </p:cNvCxnSpPr>
          <p:nvPr/>
        </p:nvCxnSpPr>
        <p:spPr>
          <a:xfrm>
            <a:off x="4330984" y="2584371"/>
            <a:ext cx="244601" cy="29970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DBFDDFE9-ACEC-A2F2-7115-ADD2FB6124E6}"/>
              </a:ext>
            </a:extLst>
          </p:cNvPr>
          <p:cNvCxnSpPr>
            <a:cxnSpLocks/>
            <a:stCxn id="29" idx="3"/>
            <a:endCxn id="31" idx="1"/>
          </p:cNvCxnSpPr>
          <p:nvPr/>
        </p:nvCxnSpPr>
        <p:spPr>
          <a:xfrm>
            <a:off x="5184720" y="3207241"/>
            <a:ext cx="23589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E48EDE2C-EAD7-CFB2-54F3-8FB7AF74E7BB}"/>
              </a:ext>
            </a:extLst>
          </p:cNvPr>
          <p:cNvCxnSpPr>
            <a:cxnSpLocks/>
            <a:stCxn id="29" idx="2"/>
            <a:endCxn id="30" idx="0"/>
          </p:cNvCxnSpPr>
          <p:nvPr/>
        </p:nvCxnSpPr>
        <p:spPr>
          <a:xfrm>
            <a:off x="4575585" y="3530405"/>
            <a:ext cx="702418" cy="32316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380F4C47-DD8D-2F84-2F90-213C4268158A}"/>
              </a:ext>
            </a:extLst>
          </p:cNvPr>
          <p:cNvCxnSpPr>
            <a:cxnSpLocks/>
            <a:stCxn id="31" idx="2"/>
            <a:endCxn id="30" idx="0"/>
          </p:cNvCxnSpPr>
          <p:nvPr/>
        </p:nvCxnSpPr>
        <p:spPr>
          <a:xfrm flipH="1">
            <a:off x="5278003" y="3530405"/>
            <a:ext cx="751742" cy="32316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556FE399-DE47-F1D1-7491-5DD036DFFDEA}"/>
              </a:ext>
            </a:extLst>
          </p:cNvPr>
          <p:cNvCxnSpPr>
            <a:cxnSpLocks/>
            <a:stCxn id="31" idx="0"/>
            <a:endCxn id="35" idx="2"/>
          </p:cNvCxnSpPr>
          <p:nvPr/>
        </p:nvCxnSpPr>
        <p:spPr>
          <a:xfrm flipV="1">
            <a:off x="6029745" y="2608921"/>
            <a:ext cx="256584" cy="27515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0C0DC0AB-4225-731C-DDF8-30590180FEF7}"/>
              </a:ext>
            </a:extLst>
          </p:cNvPr>
          <p:cNvCxnSpPr>
            <a:cxnSpLocks/>
            <a:stCxn id="31" idx="3"/>
            <a:endCxn id="33" idx="2"/>
          </p:cNvCxnSpPr>
          <p:nvPr/>
        </p:nvCxnSpPr>
        <p:spPr>
          <a:xfrm flipV="1">
            <a:off x="6638880" y="2608921"/>
            <a:ext cx="1126612" cy="59832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8D717169-E171-873A-B7A4-397FD47FE522}"/>
              </a:ext>
            </a:extLst>
          </p:cNvPr>
          <p:cNvCxnSpPr>
            <a:cxnSpLocks/>
            <a:stCxn id="35" idx="3"/>
            <a:endCxn id="33" idx="1"/>
          </p:cNvCxnSpPr>
          <p:nvPr/>
        </p:nvCxnSpPr>
        <p:spPr>
          <a:xfrm>
            <a:off x="6895464" y="2285757"/>
            <a:ext cx="259029"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7" name="Straight Arrow Connector 706">
            <a:extLst>
              <a:ext uri="{FF2B5EF4-FFF2-40B4-BE49-F238E27FC236}">
                <a16:creationId xmlns:a16="http://schemas.microsoft.com/office/drawing/2014/main" id="{C7575DF0-AFE3-3129-82A9-3363E41F53AA}"/>
              </a:ext>
            </a:extLst>
          </p:cNvPr>
          <p:cNvCxnSpPr>
            <a:cxnSpLocks/>
            <a:stCxn id="33" idx="3"/>
            <a:endCxn id="34" idx="1"/>
          </p:cNvCxnSpPr>
          <p:nvPr/>
        </p:nvCxnSpPr>
        <p:spPr>
          <a:xfrm flipV="1">
            <a:off x="8376491" y="2285756"/>
            <a:ext cx="315163"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11" name="Right Arrow 710">
            <a:extLst>
              <a:ext uri="{FF2B5EF4-FFF2-40B4-BE49-F238E27FC236}">
                <a16:creationId xmlns:a16="http://schemas.microsoft.com/office/drawing/2014/main" id="{90FAE60C-8803-FBD8-1125-9EEFFFD08178}"/>
              </a:ext>
            </a:extLst>
          </p:cNvPr>
          <p:cNvSpPr/>
          <p:nvPr/>
        </p:nvSpPr>
        <p:spPr>
          <a:xfrm>
            <a:off x="5038369" y="5644124"/>
            <a:ext cx="3922929" cy="538162"/>
          </a:xfrm>
          <a:prstGeom prst="rightArrow">
            <a:avLst/>
          </a:prstGeom>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b="1" dirty="0">
                <a:latin typeface="Inter"/>
              </a:rPr>
              <a:t>42 Days</a:t>
            </a:r>
          </a:p>
        </p:txBody>
      </p:sp>
      <p:sp>
        <p:nvSpPr>
          <p:cNvPr id="4" name="Text 0">
            <a:extLst>
              <a:ext uri="{FF2B5EF4-FFF2-40B4-BE49-F238E27FC236}">
                <a16:creationId xmlns:a16="http://schemas.microsoft.com/office/drawing/2014/main" id="{C622B54A-6412-FE58-80C5-36D616DA594E}"/>
              </a:ext>
            </a:extLst>
          </p:cNvPr>
          <p:cNvSpPr/>
          <p:nvPr/>
        </p:nvSpPr>
        <p:spPr>
          <a:xfrm>
            <a:off x="704220" y="650559"/>
            <a:ext cx="7358320" cy="635997"/>
          </a:xfrm>
          <a:prstGeom prst="rect">
            <a:avLst/>
          </a:prstGeom>
          <a:noFill/>
          <a:ln/>
        </p:spPr>
        <p:txBody>
          <a:bodyPr wrap="square" lIns="0" tIns="0" rIns="0" bIns="0" rtlCol="0" anchor="t"/>
          <a:lstStyle/>
          <a:p>
            <a:pPr>
              <a:lnSpc>
                <a:spcPts val="4250"/>
              </a:lnSpc>
            </a:pPr>
            <a:r>
              <a:rPr lang="en-US" sz="3600" b="1" dirty="0">
                <a:solidFill>
                  <a:srgbClr val="1A2744"/>
                </a:solidFill>
                <a:latin typeface="Inter"/>
                <a:ea typeface="Roboto Slab" pitchFamily="34" charset="-122"/>
                <a:cs typeface="Roboto Slab" pitchFamily="34" charset="-120"/>
              </a:rPr>
              <a:t>Traditional Sales Process</a:t>
            </a:r>
            <a:endParaRPr lang="en-US" sz="3600" b="1" dirty="0">
              <a:solidFill>
                <a:srgbClr val="1A2744"/>
              </a:solidFill>
              <a:latin typeface="Inter"/>
            </a:endParaRPr>
          </a:p>
        </p:txBody>
      </p:sp>
      <p:sp>
        <p:nvSpPr>
          <p:cNvPr id="5" name="RiskDX…">
            <a:extLst>
              <a:ext uri="{FF2B5EF4-FFF2-40B4-BE49-F238E27FC236}">
                <a16:creationId xmlns:a16="http://schemas.microsoft.com/office/drawing/2014/main" id="{6091CB17-A269-02BE-F0D4-949EDA476A2E}"/>
              </a:ext>
            </a:extLst>
          </p:cNvPr>
          <p:cNvSpPr txBox="1"/>
          <p:nvPr/>
        </p:nvSpPr>
        <p:spPr>
          <a:xfrm>
            <a:off x="612024" y="3068056"/>
            <a:ext cx="3529153" cy="178510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180473" indent="-180473">
              <a:spcAft>
                <a:spcPts val="600"/>
              </a:spcAft>
              <a:buSzPct val="100000"/>
              <a:buFontTx/>
              <a:buChar char="•"/>
              <a:defRPr>
                <a:latin typeface="GT Walsheim Pro Light"/>
                <a:ea typeface="GT Walsheim Pro Light"/>
                <a:cs typeface="GT Walsheim Pro Light"/>
                <a:sym typeface="GT Walsheim Pro Light"/>
              </a:defRPr>
            </a:pPr>
            <a:r>
              <a:rPr lang="en-CA" dirty="0">
                <a:solidFill>
                  <a:srgbClr val="000000"/>
                </a:solidFill>
                <a:latin typeface="Inter"/>
                <a:sym typeface="GT Walsheim Pro Light"/>
              </a:rPr>
              <a:t>Paper-based</a:t>
            </a:r>
          </a:p>
          <a:p>
            <a:pPr marL="180473" indent="-180473">
              <a:spcAft>
                <a:spcPts val="600"/>
              </a:spcAft>
              <a:buSzPct val="100000"/>
              <a:buFontTx/>
              <a:buChar char="•"/>
              <a:defRPr>
                <a:latin typeface="GT Walsheim Pro Light"/>
                <a:ea typeface="GT Walsheim Pro Light"/>
                <a:cs typeface="GT Walsheim Pro Light"/>
                <a:sym typeface="GT Walsheim Pro Light"/>
              </a:defRPr>
            </a:pPr>
            <a:r>
              <a:rPr lang="en-CA" dirty="0">
                <a:solidFill>
                  <a:srgbClr val="000000"/>
                </a:solidFill>
                <a:latin typeface="Inter"/>
                <a:sym typeface="GT Walsheim Pro Light"/>
              </a:rPr>
              <a:t>Multiple hand-offs</a:t>
            </a:r>
          </a:p>
          <a:p>
            <a:pPr marL="180473" indent="-180473">
              <a:spcAft>
                <a:spcPts val="600"/>
              </a:spcAft>
              <a:buSzPct val="100000"/>
              <a:buFontTx/>
              <a:buChar char="•"/>
              <a:defRPr>
                <a:latin typeface="GT Walsheim Pro Light"/>
                <a:ea typeface="GT Walsheim Pro Light"/>
                <a:cs typeface="GT Walsheim Pro Light"/>
                <a:sym typeface="GT Walsheim Pro Light"/>
              </a:defRPr>
            </a:pPr>
            <a:r>
              <a:rPr lang="en-CA" dirty="0">
                <a:solidFill>
                  <a:srgbClr val="000000"/>
                </a:solidFill>
                <a:latin typeface="Inter"/>
                <a:sym typeface="GT Walsheim Pro Light"/>
              </a:rPr>
              <a:t>Inefficient and slow</a:t>
            </a:r>
          </a:p>
          <a:p>
            <a:pPr marL="180473" marR="0" lvl="0" indent="-180473" algn="l" defTabSz="914330" rtl="0" eaLnBrk="1" fontAlgn="auto" latinLnBrk="0" hangingPunct="1">
              <a:spcBef>
                <a:spcPts val="0"/>
              </a:spcBef>
              <a:spcAft>
                <a:spcPts val="600"/>
              </a:spcAft>
              <a:buClrTx/>
              <a:buSzPct val="100000"/>
              <a:buFontTx/>
              <a:buChar char="•"/>
              <a:tabLst/>
              <a:defRPr>
                <a:latin typeface="GT Walsheim Pro Light"/>
                <a:ea typeface="GT Walsheim Pro Light"/>
                <a:cs typeface="GT Walsheim Pro Light"/>
                <a:sym typeface="GT Walsheim Pro Light"/>
              </a:defRPr>
            </a:pPr>
            <a:r>
              <a:rPr lang="en-CA" dirty="0">
                <a:solidFill>
                  <a:srgbClr val="000000"/>
                </a:solidFill>
                <a:latin typeface="Inter"/>
                <a:sym typeface="GT Walsheim Pro Light"/>
              </a:rPr>
              <a:t>Ignores advisor compliance</a:t>
            </a:r>
          </a:p>
          <a:p>
            <a:pPr marL="180473" marR="0" lvl="0" indent="-180473" algn="l" defTabSz="914330" rtl="0" eaLnBrk="1" fontAlgn="auto" latinLnBrk="0" hangingPunct="1">
              <a:spcBef>
                <a:spcPts val="0"/>
              </a:spcBef>
              <a:spcAft>
                <a:spcPts val="600"/>
              </a:spcAft>
              <a:buClrTx/>
              <a:buSzPct val="100000"/>
              <a:buFontTx/>
              <a:buChar char="•"/>
              <a:tabLst/>
              <a:defRPr>
                <a:latin typeface="GT Walsheim Pro Light"/>
                <a:ea typeface="GT Walsheim Pro Light"/>
                <a:cs typeface="GT Walsheim Pro Light"/>
                <a:sym typeface="GT Walsheim Pro Light"/>
              </a:defRPr>
            </a:pPr>
            <a:r>
              <a:rPr kumimoji="0" lang="en-CA" sz="1800" b="0" i="0" u="none" strike="noStrike" kern="1200" cap="none" spc="0" normalizeH="0" baseline="0" noProof="0" dirty="0">
                <a:ln>
                  <a:noFill/>
                </a:ln>
                <a:solidFill>
                  <a:srgbClr val="000000"/>
                </a:solidFill>
                <a:effectLst/>
                <a:uLnTx/>
                <a:uFillTx/>
                <a:latin typeface="Inter"/>
                <a:sym typeface="GT Walsheim Pro Light"/>
              </a:rPr>
              <a:t>Not designed to optimize sales</a:t>
            </a:r>
            <a:endParaRPr kumimoji="0" sz="1800" b="0" i="0" u="none" strike="noStrike" kern="1200" cap="none" spc="0" normalizeH="0" baseline="0" noProof="0" dirty="0">
              <a:ln>
                <a:noFill/>
              </a:ln>
              <a:solidFill>
                <a:srgbClr val="000000"/>
              </a:solidFill>
              <a:effectLst/>
              <a:uLnTx/>
              <a:uFillTx/>
              <a:latin typeface="Inter"/>
              <a:sym typeface="GT Walsheim Pro Light"/>
            </a:endParaRPr>
          </a:p>
        </p:txBody>
      </p:sp>
      <p:sp>
        <p:nvSpPr>
          <p:cNvPr id="720" name="RiskDX…">
            <a:extLst>
              <a:ext uri="{FF2B5EF4-FFF2-40B4-BE49-F238E27FC236}">
                <a16:creationId xmlns:a16="http://schemas.microsoft.com/office/drawing/2014/main" id="{E41A24F5-4653-9D56-80E9-4EF540454DC1}"/>
              </a:ext>
            </a:extLst>
          </p:cNvPr>
          <p:cNvSpPr txBox="1"/>
          <p:nvPr/>
        </p:nvSpPr>
        <p:spPr>
          <a:xfrm>
            <a:off x="813575" y="5788234"/>
            <a:ext cx="4863619" cy="3385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a:spcAft>
                <a:spcPts val="600"/>
              </a:spcAft>
              <a:buSzPct val="100000"/>
              <a:defRPr>
                <a:latin typeface="GT Walsheim Pro Light"/>
                <a:ea typeface="GT Walsheim Pro Light"/>
                <a:cs typeface="GT Walsheim Pro Light"/>
                <a:sym typeface="GT Walsheim Pro Light"/>
              </a:defRPr>
            </a:pPr>
            <a:r>
              <a:rPr lang="en-CA" sz="1600" dirty="0">
                <a:solidFill>
                  <a:srgbClr val="000000"/>
                </a:solidFill>
                <a:latin typeface="Inter"/>
                <a:sym typeface="GT Walsheim Pro Light"/>
              </a:rPr>
              <a:t>Underwriting alone takes on average 42 days!</a:t>
            </a:r>
          </a:p>
        </p:txBody>
      </p:sp>
      <p:pic>
        <p:nvPicPr>
          <p:cNvPr id="2" name="Picture 1">
            <a:extLst>
              <a:ext uri="{FF2B5EF4-FFF2-40B4-BE49-F238E27FC236}">
                <a16:creationId xmlns:a16="http://schemas.microsoft.com/office/drawing/2014/main" id="{A629253D-32AB-8CD5-71DD-0D5F5AC42F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42516" y="279084"/>
            <a:ext cx="1333500" cy="371475"/>
          </a:xfrm>
          <a:prstGeom prst="rect">
            <a:avLst/>
          </a:prstGeom>
        </p:spPr>
      </p:pic>
      <p:cxnSp>
        <p:nvCxnSpPr>
          <p:cNvPr id="8" name="Straight Arrow Connector 7">
            <a:extLst>
              <a:ext uri="{FF2B5EF4-FFF2-40B4-BE49-F238E27FC236}">
                <a16:creationId xmlns:a16="http://schemas.microsoft.com/office/drawing/2014/main" id="{9E224960-341A-9404-6324-00EBB95CCE49}"/>
              </a:ext>
            </a:extLst>
          </p:cNvPr>
          <p:cNvCxnSpPr>
            <a:cxnSpLocks/>
          </p:cNvCxnSpPr>
          <p:nvPr/>
        </p:nvCxnSpPr>
        <p:spPr>
          <a:xfrm>
            <a:off x="5144881" y="2307956"/>
            <a:ext cx="31889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F83CBBBC-6742-B5C5-A5FF-BB0E4FC9E28B}"/>
              </a:ext>
            </a:extLst>
          </p:cNvPr>
          <p:cNvCxnSpPr>
            <a:cxnSpLocks/>
          </p:cNvCxnSpPr>
          <p:nvPr/>
        </p:nvCxnSpPr>
        <p:spPr>
          <a:xfrm>
            <a:off x="9913652" y="2258530"/>
            <a:ext cx="259029"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GoldAccentBar">
            <a:extLst>
              <a:ext uri="{FF2B5EF4-FFF2-40B4-BE49-F238E27FC236}">
                <a16:creationId xmlns:a16="http://schemas.microsoft.com/office/drawing/2014/main" id="{C2B92B10-B089-E23E-4D59-38264EA12271}"/>
              </a:ext>
            </a:extLst>
          </p:cNvPr>
          <p:cNvSpPr>
            <a:spLocks noGrp="1"/>
          </p:cNvSpPr>
          <p:nvPr/>
        </p:nvSpPr>
        <p:spPr>
          <a:xfrm>
            <a:off x="0" y="6400000"/>
            <a:ext cx="9144000" cy="55000"/>
          </a:xfrm>
          <a:prstGeom prst="rect">
            <a:avLst/>
          </a:prstGeom>
          <a:solidFill>
            <a:srgbClr val="C8964A"/>
          </a:solidFill>
          <a:ln>
            <a:noFill/>
          </a:ln>
        </p:spPr>
        <p:txBody>
          <a:bodyPr/>
          <a:lstStyle/>
          <a:p>
            <a:endParaRPr/>
          </a:p>
        </p:txBody>
      </p:sp>
      <p:sp>
        <p:nvSpPr>
          <p:cNvPr id="16" name="LeftSideAccent">
            <a:extLst>
              <a:ext uri="{FF2B5EF4-FFF2-40B4-BE49-F238E27FC236}">
                <a16:creationId xmlns:a16="http://schemas.microsoft.com/office/drawing/2014/main" id="{0588AC86-75C4-6517-BA13-B874E154E25F}"/>
              </a:ext>
            </a:extLst>
          </p:cNvPr>
          <p:cNvSpPr>
            <a:spLocks noGrp="1"/>
          </p:cNvSpPr>
          <p:nvPr/>
        </p:nvSpPr>
        <p:spPr>
          <a:xfrm>
            <a:off x="0" y="0"/>
            <a:ext cx="28000" cy="6858000"/>
          </a:xfrm>
          <a:prstGeom prst="rect">
            <a:avLst/>
          </a:prstGeom>
          <a:solidFill>
            <a:srgbClr val="C8964A"/>
          </a:solidFill>
          <a:ln>
            <a:noFill/>
          </a:ln>
        </p:spPr>
        <p:txBody>
          <a:bodyPr/>
          <a:lstStyle/>
          <a:p>
            <a:endParaRPr/>
          </a:p>
        </p:txBody>
      </p:sp>
      <p:sp>
        <p:nvSpPr>
          <p:cNvPr id="3" name="Rounded Rectangle 24">
            <a:extLst>
              <a:ext uri="{FF2B5EF4-FFF2-40B4-BE49-F238E27FC236}">
                <a16:creationId xmlns:a16="http://schemas.microsoft.com/office/drawing/2014/main" id="{D755FB90-640D-925E-A3DE-5C91077A560F}"/>
              </a:ext>
            </a:extLst>
          </p:cNvPr>
          <p:cNvSpPr/>
          <p:nvPr/>
        </p:nvSpPr>
        <p:spPr>
          <a:xfrm>
            <a:off x="10180071" y="1962592"/>
            <a:ext cx="1221998" cy="646329"/>
          </a:xfrm>
          <a:prstGeom prst="roundRect">
            <a:avLst/>
          </a:prstGeom>
          <a:solidFill>
            <a:schemeClr val="bg2">
              <a:lumMod val="75000"/>
            </a:schemeClr>
          </a:solidFill>
          <a:ln/>
        </p:spPr>
        <p:style>
          <a:lnRef idx="3">
            <a:schemeClr val="lt1"/>
          </a:lnRef>
          <a:fillRef idx="1">
            <a:schemeClr val="accent2"/>
          </a:fillRef>
          <a:effectRef idx="1">
            <a:schemeClr val="accent2"/>
          </a:effectRef>
          <a:fontRef idx="minor">
            <a:schemeClr val="lt1"/>
          </a:fontRef>
        </p:style>
        <p:txBody>
          <a:bodyPr rtlCol="0" anchor="ctr"/>
          <a:lstStyle/>
          <a:p>
            <a:pPr algn="ctr"/>
            <a:r>
              <a:rPr lang="en-US" sz="1400" b="1" dirty="0">
                <a:latin typeface="Inter"/>
              </a:rPr>
              <a:t>55 Days (Avg)</a:t>
            </a:r>
          </a:p>
        </p:txBody>
      </p:sp>
    </p:spTree>
    <p:extLst>
      <p:ext uri="{BB962C8B-B14F-4D97-AF65-F5344CB8AC3E}">
        <p14:creationId xmlns:p14="http://schemas.microsoft.com/office/powerpoint/2010/main" val="24937256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A2744">
            <a:alpha val="100000"/>
          </a:srgbClr>
        </a:solidFill>
        <a:effectLst/>
      </p:bgPr>
    </p:bg>
    <p:spTree>
      <p:nvGrpSpPr>
        <p:cNvPr id="1" name="">
          <a:extLst>
            <a:ext uri="{FF2B5EF4-FFF2-40B4-BE49-F238E27FC236}">
              <a16:creationId xmlns:a16="http://schemas.microsoft.com/office/drawing/2014/main" id="{E397133A-0F29-69BE-71D6-7F2CAF3FC7A6}"/>
            </a:ext>
          </a:extLst>
        </p:cNvPr>
        <p:cNvGrpSpPr/>
        <p:nvPr/>
      </p:nvGrpSpPr>
      <p:grpSpPr>
        <a:xfrm>
          <a:off x="0" y="0"/>
          <a:ext cx="0" cy="0"/>
          <a:chOff x="0" y="0"/>
          <a:chExt cx="0" cy="0"/>
        </a:xfrm>
      </p:grpSpPr>
      <p:sp>
        <p:nvSpPr>
          <p:cNvPr id="22" name="RiskDX…">
            <a:extLst>
              <a:ext uri="{FF2B5EF4-FFF2-40B4-BE49-F238E27FC236}">
                <a16:creationId xmlns:a16="http://schemas.microsoft.com/office/drawing/2014/main" id="{743B18C7-4108-8BD5-5C02-4286758F6DC4}"/>
              </a:ext>
            </a:extLst>
          </p:cNvPr>
          <p:cNvSpPr txBox="1"/>
          <p:nvPr/>
        </p:nvSpPr>
        <p:spPr>
          <a:xfrm>
            <a:off x="1173954" y="2210849"/>
            <a:ext cx="3903525" cy="36933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0" marR="0" lvl="0" indent="0" algn="l" defTabSz="914330" rtl="0" eaLnBrk="1" fontAlgn="auto" latinLnBrk="0" hangingPunct="1">
              <a:spcBef>
                <a:spcPts val="0"/>
              </a:spcBef>
              <a:spcAft>
                <a:spcPts val="600"/>
              </a:spcAft>
              <a:buClrTx/>
              <a:buSzTx/>
              <a:buFontTx/>
              <a:buNone/>
              <a:tabLst/>
              <a:defRPr>
                <a:latin typeface="GT Walsheim Pro Light"/>
                <a:ea typeface="GT Walsheim Pro Light"/>
                <a:cs typeface="GT Walsheim Pro Light"/>
                <a:sym typeface="GT Walsheim Pro Light"/>
              </a:defRPr>
            </a:pPr>
            <a:endParaRPr kumimoji="0" sz="1800" b="0" i="0" u="none" strike="noStrike" kern="1200" cap="none" spc="0" normalizeH="0" baseline="0" noProof="0" dirty="0">
              <a:ln>
                <a:noFill/>
              </a:ln>
              <a:solidFill>
                <a:srgbClr val="000000"/>
              </a:solidFill>
              <a:effectLst/>
              <a:uLnTx/>
              <a:uFillTx/>
              <a:latin typeface="Inter"/>
              <a:sym typeface="GT Walsheim Pro Light"/>
            </a:endParaRPr>
          </a:p>
        </p:txBody>
      </p:sp>
      <p:sp>
        <p:nvSpPr>
          <p:cNvPr id="31" name="Rounded Rectangle 30">
            <a:extLst>
              <a:ext uri="{FF2B5EF4-FFF2-40B4-BE49-F238E27FC236}">
                <a16:creationId xmlns:a16="http://schemas.microsoft.com/office/drawing/2014/main" id="{DE18739A-9289-8CCC-D523-5E200A8818E9}"/>
              </a:ext>
            </a:extLst>
          </p:cNvPr>
          <p:cNvSpPr/>
          <p:nvPr/>
        </p:nvSpPr>
        <p:spPr>
          <a:xfrm>
            <a:off x="4468344" y="1797198"/>
            <a:ext cx="1218270" cy="646329"/>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Inter"/>
              </a:rPr>
              <a:t>Offer</a:t>
            </a:r>
          </a:p>
        </p:txBody>
      </p:sp>
      <p:sp>
        <p:nvSpPr>
          <p:cNvPr id="3" name="Rounded Rectangle 2">
            <a:extLst>
              <a:ext uri="{FF2B5EF4-FFF2-40B4-BE49-F238E27FC236}">
                <a16:creationId xmlns:a16="http://schemas.microsoft.com/office/drawing/2014/main" id="{392771F0-BF14-5DEF-2173-A0F8D4E4901B}"/>
              </a:ext>
            </a:extLst>
          </p:cNvPr>
          <p:cNvSpPr/>
          <p:nvPr/>
        </p:nvSpPr>
        <p:spPr>
          <a:xfrm>
            <a:off x="2939326" y="1804094"/>
            <a:ext cx="1218270" cy="646329"/>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Inter"/>
              </a:rPr>
              <a:t>Apply and Underwrite</a:t>
            </a:r>
          </a:p>
        </p:txBody>
      </p:sp>
      <p:sp>
        <p:nvSpPr>
          <p:cNvPr id="15" name="Rounded Rectangle 14">
            <a:extLst>
              <a:ext uri="{FF2B5EF4-FFF2-40B4-BE49-F238E27FC236}">
                <a16:creationId xmlns:a16="http://schemas.microsoft.com/office/drawing/2014/main" id="{3BA1FA2D-100D-4864-43BC-217854335B88}"/>
              </a:ext>
            </a:extLst>
          </p:cNvPr>
          <p:cNvSpPr/>
          <p:nvPr/>
        </p:nvSpPr>
        <p:spPr>
          <a:xfrm>
            <a:off x="1087001" y="1804093"/>
            <a:ext cx="1540890" cy="646329"/>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Inter"/>
              </a:rPr>
              <a:t>Quote / </a:t>
            </a:r>
            <a:br>
              <a:rPr lang="en-US" sz="1400" dirty="0">
                <a:latin typeface="Inter"/>
              </a:rPr>
            </a:br>
            <a:r>
              <a:rPr lang="en-US" sz="1400" dirty="0">
                <a:latin typeface="Inter"/>
              </a:rPr>
              <a:t>Needs Analysis</a:t>
            </a:r>
          </a:p>
        </p:txBody>
      </p:sp>
      <p:sp>
        <p:nvSpPr>
          <p:cNvPr id="4" name="Rounded Rectangle 3">
            <a:extLst>
              <a:ext uri="{FF2B5EF4-FFF2-40B4-BE49-F238E27FC236}">
                <a16:creationId xmlns:a16="http://schemas.microsoft.com/office/drawing/2014/main" id="{3399AF51-A332-91A2-2105-59242C4F5225}"/>
              </a:ext>
            </a:extLst>
          </p:cNvPr>
          <p:cNvSpPr/>
          <p:nvPr/>
        </p:nvSpPr>
        <p:spPr>
          <a:xfrm>
            <a:off x="5993634" y="1796078"/>
            <a:ext cx="1221998" cy="646329"/>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Inter"/>
              </a:rPr>
              <a:t>Buy and Deliver</a:t>
            </a:r>
          </a:p>
        </p:txBody>
      </p:sp>
      <p:cxnSp>
        <p:nvCxnSpPr>
          <p:cNvPr id="38" name="Straight Arrow Connector 37">
            <a:extLst>
              <a:ext uri="{FF2B5EF4-FFF2-40B4-BE49-F238E27FC236}">
                <a16:creationId xmlns:a16="http://schemas.microsoft.com/office/drawing/2014/main" id="{DE5E387C-38A3-C7D1-2DD2-B88AC3748827}"/>
              </a:ext>
            </a:extLst>
          </p:cNvPr>
          <p:cNvCxnSpPr>
            <a:cxnSpLocks/>
          </p:cNvCxnSpPr>
          <p:nvPr/>
        </p:nvCxnSpPr>
        <p:spPr>
          <a:xfrm>
            <a:off x="2624163" y="2120363"/>
            <a:ext cx="31889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CB661801-645E-2837-F817-DA2925AEEE87}"/>
              </a:ext>
            </a:extLst>
          </p:cNvPr>
          <p:cNvCxnSpPr>
            <a:cxnSpLocks/>
          </p:cNvCxnSpPr>
          <p:nvPr/>
        </p:nvCxnSpPr>
        <p:spPr>
          <a:xfrm>
            <a:off x="4161324" y="2120363"/>
            <a:ext cx="31889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98BF197B-6C72-AF33-1043-FC50528CB37F}"/>
              </a:ext>
            </a:extLst>
          </p:cNvPr>
          <p:cNvCxnSpPr>
            <a:cxnSpLocks/>
            <a:stCxn id="31" idx="3"/>
          </p:cNvCxnSpPr>
          <p:nvPr/>
        </p:nvCxnSpPr>
        <p:spPr>
          <a:xfrm flipV="1">
            <a:off x="5686614" y="2119243"/>
            <a:ext cx="307020" cy="11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RiskDX…">
            <a:extLst>
              <a:ext uri="{FF2B5EF4-FFF2-40B4-BE49-F238E27FC236}">
                <a16:creationId xmlns:a16="http://schemas.microsoft.com/office/drawing/2014/main" id="{8CB074A1-19D7-42DD-2225-516EE1B53CA9}"/>
              </a:ext>
            </a:extLst>
          </p:cNvPr>
          <p:cNvSpPr txBox="1"/>
          <p:nvPr/>
        </p:nvSpPr>
        <p:spPr>
          <a:xfrm>
            <a:off x="3509677" y="4946139"/>
            <a:ext cx="3135604" cy="87870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marR="0" lvl="0" algn="l" defTabSz="914330" rtl="0" eaLnBrk="1" fontAlgn="auto" latinLnBrk="0" hangingPunct="1">
              <a:lnSpc>
                <a:spcPct val="150000"/>
              </a:lnSpc>
              <a:spcBef>
                <a:spcPts val="0"/>
              </a:spcBef>
              <a:spcAft>
                <a:spcPts val="0"/>
              </a:spcAft>
              <a:buClrTx/>
              <a:buSzPct val="100000"/>
              <a:tabLst/>
              <a:defRPr>
                <a:latin typeface="GT Walsheim Pro Light"/>
                <a:ea typeface="GT Walsheim Pro Light"/>
                <a:cs typeface="GT Walsheim Pro Light"/>
                <a:sym typeface="GT Walsheim Pro Light"/>
              </a:defRPr>
            </a:pPr>
            <a:endParaRPr lang="en-CA">
              <a:solidFill>
                <a:srgbClr val="000000"/>
              </a:solidFill>
              <a:latin typeface="Inter"/>
              <a:sym typeface="GT Walsheim Pro Light"/>
            </a:endParaRPr>
          </a:p>
          <a:p>
            <a:pPr marR="0" lvl="0" algn="l" defTabSz="914330" rtl="0" eaLnBrk="1" fontAlgn="auto" latinLnBrk="0" hangingPunct="1">
              <a:lnSpc>
                <a:spcPct val="150000"/>
              </a:lnSpc>
              <a:spcBef>
                <a:spcPts val="0"/>
              </a:spcBef>
              <a:spcAft>
                <a:spcPts val="0"/>
              </a:spcAft>
              <a:buClrTx/>
              <a:buSzPct val="100000"/>
              <a:tabLst/>
              <a:defRPr>
                <a:latin typeface="GT Walsheim Pro Light"/>
                <a:ea typeface="GT Walsheim Pro Light"/>
                <a:cs typeface="GT Walsheim Pro Light"/>
                <a:sym typeface="GT Walsheim Pro Light"/>
              </a:defRPr>
            </a:pPr>
            <a:endParaRPr kumimoji="0" sz="1800" b="0" i="0" u="none" strike="noStrike" kern="1200" cap="none" spc="0" normalizeH="0" baseline="0" noProof="0">
              <a:ln>
                <a:noFill/>
              </a:ln>
              <a:solidFill>
                <a:srgbClr val="000000"/>
              </a:solidFill>
              <a:effectLst/>
              <a:uLnTx/>
              <a:uFillTx/>
              <a:latin typeface="Inter"/>
              <a:sym typeface="GT Walsheim Pro Light"/>
            </a:endParaRPr>
          </a:p>
        </p:txBody>
      </p:sp>
      <p:sp>
        <p:nvSpPr>
          <p:cNvPr id="17" name="RiskDX…">
            <a:extLst>
              <a:ext uri="{FF2B5EF4-FFF2-40B4-BE49-F238E27FC236}">
                <a16:creationId xmlns:a16="http://schemas.microsoft.com/office/drawing/2014/main" id="{50C2E451-8914-87C1-321C-C7645B937A77}"/>
              </a:ext>
            </a:extLst>
          </p:cNvPr>
          <p:cNvSpPr txBox="1"/>
          <p:nvPr/>
        </p:nvSpPr>
        <p:spPr>
          <a:xfrm>
            <a:off x="1083273" y="2589990"/>
            <a:ext cx="1690996" cy="181588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274320" indent="-274320" algn="l" rtl="0" eaLnBrk="1" latinLnBrk="0" hangingPunct="1">
              <a:buNone/>
            </a:pPr>
            <a:r>
              <a:rPr lang="en-US" sz="1400" b="1" dirty="0">
                <a:solidFill>
                  <a:srgbClr val="000000"/>
                </a:solidFill>
                <a:effectLst/>
                <a:latin typeface="Inter"/>
              </a:rPr>
              <a:t>Key Features Overview</a:t>
            </a:r>
            <a:endParaRPr lang="en-US" sz="1400" dirty="0">
              <a:solidFill>
                <a:srgbClr val="000000"/>
              </a:solidFill>
              <a:effectLst/>
              <a:latin typeface="Inter"/>
            </a:endParaRPr>
          </a:p>
          <a:p>
            <a:pPr marL="274320" indent="-274320" algn="l" rtl="0" eaLnBrk="1" latinLnBrk="0" hangingPunct="1">
              <a:buFont typeface="+mj-lt"/>
              <a:buAutoNum type="arabicPeriod"/>
            </a:pPr>
            <a:r>
              <a:rPr lang="en-US" sz="1400" dirty="0">
                <a:solidFill>
                  <a:srgbClr val="000000"/>
                </a:solidFill>
                <a:effectLst/>
                <a:latin typeface="Inter"/>
              </a:rPr>
              <a:t>Incorporates needs analysis</a:t>
            </a:r>
          </a:p>
          <a:p>
            <a:pPr marL="274320" indent="-274320" algn="l" rtl="0" eaLnBrk="1" latinLnBrk="0" hangingPunct="1">
              <a:buFont typeface="+mj-lt"/>
              <a:buAutoNum type="arabicPeriod"/>
            </a:pPr>
            <a:r>
              <a:rPr lang="en-US" sz="1400" dirty="0">
                <a:solidFill>
                  <a:srgbClr val="000000"/>
                </a:solidFill>
                <a:effectLst/>
                <a:latin typeface="Inter"/>
              </a:rPr>
              <a:t>Optional with eligibility</a:t>
            </a:r>
          </a:p>
          <a:p>
            <a:pPr marL="274320" indent="-274320" algn="l" rtl="0" eaLnBrk="1" latinLnBrk="0" hangingPunct="1">
              <a:buFont typeface="+mj-lt"/>
              <a:buAutoNum type="arabicPeriod"/>
            </a:pPr>
            <a:r>
              <a:rPr lang="en-US" sz="1400" dirty="0">
                <a:solidFill>
                  <a:srgbClr val="000000"/>
                </a:solidFill>
                <a:effectLst/>
                <a:latin typeface="Inter"/>
              </a:rPr>
              <a:t>Self-serve or advisor initiated</a:t>
            </a:r>
            <a:endParaRPr kumimoji="0" sz="1400" b="0" i="0" u="none" strike="noStrike" kern="600" cap="none" spc="0" normalizeH="0" baseline="0" noProof="0" dirty="0">
              <a:ln>
                <a:noFill/>
              </a:ln>
              <a:solidFill>
                <a:srgbClr val="000000"/>
              </a:solidFill>
              <a:effectLst/>
              <a:uLnTx/>
              <a:uFillTx/>
              <a:latin typeface="Inter"/>
              <a:sym typeface="GT Walsheim Pro Light"/>
            </a:endParaRPr>
          </a:p>
        </p:txBody>
      </p:sp>
      <p:sp>
        <p:nvSpPr>
          <p:cNvPr id="18" name="RiskDX…">
            <a:extLst>
              <a:ext uri="{FF2B5EF4-FFF2-40B4-BE49-F238E27FC236}">
                <a16:creationId xmlns:a16="http://schemas.microsoft.com/office/drawing/2014/main" id="{06DF744A-4FF0-BFE4-94F5-075B1BE103D4}"/>
              </a:ext>
            </a:extLst>
          </p:cNvPr>
          <p:cNvSpPr txBox="1"/>
          <p:nvPr/>
        </p:nvSpPr>
        <p:spPr>
          <a:xfrm>
            <a:off x="2939326" y="2589990"/>
            <a:ext cx="1371913" cy="116955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274320" indent="-274320" algn="l" rtl="0" eaLnBrk="1" latinLnBrk="0" hangingPunct="1">
              <a:buNone/>
            </a:pPr>
            <a:r>
              <a:rPr lang="en-US" sz="1400" b="1" dirty="0">
                <a:solidFill>
                  <a:srgbClr val="000000"/>
                </a:solidFill>
                <a:effectLst/>
                <a:latin typeface="Inter"/>
              </a:rPr>
              <a:t>Review Timeline Options</a:t>
            </a:r>
            <a:endParaRPr lang="en-US" sz="1400" dirty="0">
              <a:solidFill>
                <a:srgbClr val="000000"/>
              </a:solidFill>
              <a:effectLst/>
              <a:latin typeface="Inter"/>
            </a:endParaRPr>
          </a:p>
          <a:p>
            <a:pPr marL="274320" indent="-274320" algn="l" rtl="0" eaLnBrk="1" latinLnBrk="0" hangingPunct="1">
              <a:buFont typeface="+mj-lt"/>
              <a:buAutoNum type="arabicPeriod"/>
            </a:pPr>
            <a:r>
              <a:rPr lang="en-US" sz="1400" dirty="0">
                <a:solidFill>
                  <a:srgbClr val="000000"/>
                </a:solidFill>
                <a:effectLst/>
                <a:latin typeface="Inter"/>
              </a:rPr>
              <a:t>No fluids allowed</a:t>
            </a:r>
          </a:p>
          <a:p>
            <a:pPr marL="274320" indent="-274320" algn="l" rtl="0" eaLnBrk="1" latinLnBrk="0" hangingPunct="1">
              <a:buFont typeface="+mj-lt"/>
              <a:buAutoNum type="arabicPeriod"/>
            </a:pPr>
            <a:r>
              <a:rPr lang="en-US" sz="1400" dirty="0">
                <a:solidFill>
                  <a:srgbClr val="000000"/>
                </a:solidFill>
                <a:effectLst/>
                <a:latin typeface="Inter"/>
              </a:rPr>
              <a:t>Immediate review</a:t>
            </a:r>
          </a:p>
          <a:p>
            <a:pPr marL="274320" indent="-274320" algn="l" rtl="0" eaLnBrk="1" latinLnBrk="0" hangingPunct="1">
              <a:buFont typeface="+mj-lt"/>
              <a:buAutoNum type="arabicPeriod"/>
            </a:pPr>
            <a:r>
              <a:rPr lang="en-US" sz="1400" dirty="0">
                <a:solidFill>
                  <a:srgbClr val="000000"/>
                </a:solidFill>
                <a:effectLst/>
                <a:latin typeface="Inter"/>
              </a:rPr>
              <a:t>24-hour review for UW</a:t>
            </a:r>
            <a:endParaRPr lang="en-CA" sz="1400" kern="600" dirty="0">
              <a:solidFill>
                <a:srgbClr val="000000"/>
              </a:solidFill>
              <a:latin typeface="Inter"/>
              <a:sym typeface="GT Walsheim Pro Light"/>
            </a:endParaRPr>
          </a:p>
        </p:txBody>
      </p:sp>
      <p:sp>
        <p:nvSpPr>
          <p:cNvPr id="19" name="RiskDX…">
            <a:extLst>
              <a:ext uri="{FF2B5EF4-FFF2-40B4-BE49-F238E27FC236}">
                <a16:creationId xmlns:a16="http://schemas.microsoft.com/office/drawing/2014/main" id="{0577E2BC-7E9B-010E-089A-A455D433DFC0}"/>
              </a:ext>
            </a:extLst>
          </p:cNvPr>
          <p:cNvSpPr txBox="1"/>
          <p:nvPr/>
        </p:nvSpPr>
        <p:spPr>
          <a:xfrm>
            <a:off x="4476296" y="2609667"/>
            <a:ext cx="1371913" cy="181588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R="0" lvl="0" algn="l" defTabSz="914330" rtl="0" eaLnBrk="1" fontAlgn="auto" latinLnBrk="0" hangingPunct="1">
              <a:spcBef>
                <a:spcPts val="0"/>
              </a:spcBef>
              <a:spcAft>
                <a:spcPts val="0"/>
              </a:spcAft>
              <a:buClrTx/>
              <a:buSzPct val="100000"/>
              <a:tabLst/>
              <a:defRPr>
                <a:latin typeface="GT Walsheim Pro Light"/>
                <a:ea typeface="GT Walsheim Pro Light"/>
                <a:cs typeface="GT Walsheim Pro Light"/>
                <a:sym typeface="GT Walsheim Pro Light"/>
              </a:defRPr>
            </a:pPr>
            <a:r>
              <a:rPr lang="en-US" sz="1400" b="1" kern="600" dirty="0">
                <a:solidFill>
                  <a:srgbClr val="000000"/>
                </a:solidFill>
                <a:latin typeface="Inter"/>
                <a:sym typeface="GT Walsheim Pro Light"/>
              </a:rPr>
              <a:t>Best available product </a:t>
            </a:r>
            <a:r>
              <a:rPr lang="en-US" sz="1400" kern="600" dirty="0">
                <a:solidFill>
                  <a:srgbClr val="000000"/>
                </a:solidFill>
                <a:latin typeface="Inter"/>
                <a:sym typeface="GT Walsheim Pro Light"/>
              </a:rPr>
              <a:t>– offer simplified issue if applicant does not qualify for fully underwritten coverage </a:t>
            </a:r>
            <a:endParaRPr kumimoji="0" lang="en-US" sz="1400" b="0" i="0" u="none" strike="noStrike" kern="600" cap="none" spc="0" normalizeH="0" baseline="0" noProof="0" dirty="0">
              <a:ln>
                <a:noFill/>
              </a:ln>
              <a:solidFill>
                <a:srgbClr val="000000"/>
              </a:solidFill>
              <a:effectLst/>
              <a:uLnTx/>
              <a:uFillTx/>
              <a:latin typeface="Inter"/>
              <a:sym typeface="GT Walsheim Pro Light"/>
            </a:endParaRPr>
          </a:p>
        </p:txBody>
      </p:sp>
      <p:sp>
        <p:nvSpPr>
          <p:cNvPr id="20" name="RiskDX…">
            <a:extLst>
              <a:ext uri="{FF2B5EF4-FFF2-40B4-BE49-F238E27FC236}">
                <a16:creationId xmlns:a16="http://schemas.microsoft.com/office/drawing/2014/main" id="{67D9892D-3C5F-2397-D36B-2213091BBBB2}"/>
              </a:ext>
            </a:extLst>
          </p:cNvPr>
          <p:cNvSpPr txBox="1"/>
          <p:nvPr/>
        </p:nvSpPr>
        <p:spPr>
          <a:xfrm>
            <a:off x="6020017" y="2609667"/>
            <a:ext cx="1371913" cy="13849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R="0" lvl="0" algn="l" defTabSz="914330" rtl="0" eaLnBrk="1" fontAlgn="auto" latinLnBrk="0" hangingPunct="1">
              <a:spcBef>
                <a:spcPts val="0"/>
              </a:spcBef>
              <a:spcAft>
                <a:spcPts val="0"/>
              </a:spcAft>
              <a:buClrTx/>
              <a:buSzPct val="100000"/>
              <a:tabLst/>
              <a:defRPr>
                <a:latin typeface="GT Walsheim Pro Light"/>
                <a:ea typeface="GT Walsheim Pro Light"/>
                <a:cs typeface="GT Walsheim Pro Light"/>
                <a:sym typeface="GT Walsheim Pro Light"/>
              </a:defRPr>
            </a:pPr>
            <a:r>
              <a:rPr lang="en-US" sz="1400" b="1" kern="600" dirty="0">
                <a:solidFill>
                  <a:srgbClr val="000000"/>
                </a:solidFill>
                <a:latin typeface="Inter"/>
                <a:sym typeface="GT Walsheim Pro Light"/>
              </a:rPr>
              <a:t>Customer</a:t>
            </a:r>
            <a:r>
              <a:rPr lang="en-US" sz="1400" kern="600" dirty="0">
                <a:solidFill>
                  <a:srgbClr val="000000"/>
                </a:solidFill>
                <a:latin typeface="Inter"/>
                <a:sym typeface="GT Walsheim Pro Light"/>
              </a:rPr>
              <a:t> can select coverage based on offer terms, buy and download the policy.</a:t>
            </a:r>
            <a:endParaRPr kumimoji="0" lang="en-US" sz="1400" b="0" i="0" u="none" strike="noStrike" kern="600" cap="none" spc="0" normalizeH="0" baseline="0" noProof="0" dirty="0">
              <a:ln>
                <a:noFill/>
              </a:ln>
              <a:solidFill>
                <a:srgbClr val="000000"/>
              </a:solidFill>
              <a:effectLst/>
              <a:uLnTx/>
              <a:uFillTx/>
              <a:latin typeface="Inter"/>
              <a:sym typeface="GT Walsheim Pro Light"/>
            </a:endParaRPr>
          </a:p>
        </p:txBody>
      </p:sp>
      <p:sp>
        <p:nvSpPr>
          <p:cNvPr id="7" name="Rounded Rectangle 6">
            <a:extLst>
              <a:ext uri="{FF2B5EF4-FFF2-40B4-BE49-F238E27FC236}">
                <a16:creationId xmlns:a16="http://schemas.microsoft.com/office/drawing/2014/main" id="{DD3B5A59-755B-1F32-B645-F881F9FAE615}"/>
              </a:ext>
            </a:extLst>
          </p:cNvPr>
          <p:cNvSpPr/>
          <p:nvPr/>
        </p:nvSpPr>
        <p:spPr>
          <a:xfrm>
            <a:off x="2379893" y="5546038"/>
            <a:ext cx="1126321" cy="532586"/>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Inter"/>
              </a:rPr>
              <a:t>Submit to Underwrite</a:t>
            </a:r>
          </a:p>
        </p:txBody>
      </p:sp>
      <p:sp>
        <p:nvSpPr>
          <p:cNvPr id="8" name="Rounded Rectangle 7">
            <a:extLst>
              <a:ext uri="{FF2B5EF4-FFF2-40B4-BE49-F238E27FC236}">
                <a16:creationId xmlns:a16="http://schemas.microsoft.com/office/drawing/2014/main" id="{8BE032CF-ECEC-4C50-1972-E4F5DC15BE10}"/>
              </a:ext>
            </a:extLst>
          </p:cNvPr>
          <p:cNvSpPr/>
          <p:nvPr/>
        </p:nvSpPr>
        <p:spPr>
          <a:xfrm>
            <a:off x="3742927" y="5558548"/>
            <a:ext cx="1126321" cy="532586"/>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Inter"/>
              </a:rPr>
              <a:t>Purchase</a:t>
            </a:r>
          </a:p>
        </p:txBody>
      </p:sp>
      <p:sp>
        <p:nvSpPr>
          <p:cNvPr id="2" name="Text 0">
            <a:extLst>
              <a:ext uri="{FF2B5EF4-FFF2-40B4-BE49-F238E27FC236}">
                <a16:creationId xmlns:a16="http://schemas.microsoft.com/office/drawing/2014/main" id="{EA749D40-B1F6-1F5B-245C-135AE5BB34E1}"/>
              </a:ext>
            </a:extLst>
          </p:cNvPr>
          <p:cNvSpPr/>
          <p:nvPr/>
        </p:nvSpPr>
        <p:spPr>
          <a:xfrm>
            <a:off x="712254" y="700434"/>
            <a:ext cx="7358320" cy="635997"/>
          </a:xfrm>
          <a:prstGeom prst="rect">
            <a:avLst/>
          </a:prstGeom>
          <a:noFill/>
          <a:ln/>
        </p:spPr>
        <p:txBody>
          <a:bodyPr wrap="square" lIns="0" tIns="0" rIns="0" bIns="0" rtlCol="0" anchor="t"/>
          <a:lstStyle/>
          <a:p>
            <a:pPr>
              <a:lnSpc>
                <a:spcPts val="4250"/>
              </a:lnSpc>
            </a:pPr>
            <a:r>
              <a:rPr lang="en-US" sz="3600" b="1" dirty="0">
                <a:solidFill>
                  <a:srgbClr val="1A2744"/>
                </a:solidFill>
                <a:latin typeface="Inter"/>
                <a:ea typeface="Roboto Slab" pitchFamily="34" charset="-122"/>
                <a:cs typeface="Roboto Slab" pitchFamily="34" charset="-120"/>
              </a:rPr>
              <a:t>Sales Process Reimagined</a:t>
            </a:r>
            <a:endParaRPr lang="en-US" sz="3600" b="1" dirty="0">
              <a:solidFill>
                <a:srgbClr val="1A2744"/>
              </a:solidFill>
              <a:latin typeface="Inter"/>
            </a:endParaRPr>
          </a:p>
        </p:txBody>
      </p:sp>
      <p:sp>
        <p:nvSpPr>
          <p:cNvPr id="5" name="Rounded Rectangle 4">
            <a:extLst>
              <a:ext uri="{FF2B5EF4-FFF2-40B4-BE49-F238E27FC236}">
                <a16:creationId xmlns:a16="http://schemas.microsoft.com/office/drawing/2014/main" id="{2E0B484C-0EF9-577B-B6FF-B3866451BA52}"/>
              </a:ext>
            </a:extLst>
          </p:cNvPr>
          <p:cNvSpPr/>
          <p:nvPr/>
        </p:nvSpPr>
        <p:spPr>
          <a:xfrm>
            <a:off x="5136257" y="5545997"/>
            <a:ext cx="1126321" cy="532586"/>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Inter"/>
              </a:rPr>
              <a:t>Download Policy</a:t>
            </a:r>
          </a:p>
        </p:txBody>
      </p:sp>
      <p:pic>
        <p:nvPicPr>
          <p:cNvPr id="6" name="Picture 5">
            <a:extLst>
              <a:ext uri="{FF2B5EF4-FFF2-40B4-BE49-F238E27FC236}">
                <a16:creationId xmlns:a16="http://schemas.microsoft.com/office/drawing/2014/main" id="{C1E3CD2E-E1B8-7BA9-CD56-CBB3569F3B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59137" y="217430"/>
            <a:ext cx="1333500" cy="371475"/>
          </a:xfrm>
          <a:prstGeom prst="rect">
            <a:avLst/>
          </a:prstGeom>
        </p:spPr>
      </p:pic>
      <p:sp>
        <p:nvSpPr>
          <p:cNvPr id="10" name="GoldAccentBar">
            <a:extLst>
              <a:ext uri="{FF2B5EF4-FFF2-40B4-BE49-F238E27FC236}">
                <a16:creationId xmlns:a16="http://schemas.microsoft.com/office/drawing/2014/main" id="{4206C97F-5058-63EF-184F-4FB19018C781}"/>
              </a:ext>
            </a:extLst>
          </p:cNvPr>
          <p:cNvSpPr>
            <a:spLocks noGrp="1"/>
          </p:cNvSpPr>
          <p:nvPr/>
        </p:nvSpPr>
        <p:spPr>
          <a:xfrm>
            <a:off x="0" y="6400000"/>
            <a:ext cx="9144000" cy="55000"/>
          </a:xfrm>
          <a:prstGeom prst="rect">
            <a:avLst/>
          </a:prstGeom>
          <a:solidFill>
            <a:srgbClr val="C8964A"/>
          </a:solidFill>
          <a:ln>
            <a:noFill/>
          </a:ln>
        </p:spPr>
        <p:txBody>
          <a:bodyPr/>
          <a:lstStyle/>
          <a:p>
            <a:endParaRPr>
              <a:latin typeface="Inter"/>
            </a:endParaRPr>
          </a:p>
        </p:txBody>
      </p:sp>
      <p:sp>
        <p:nvSpPr>
          <p:cNvPr id="16" name="Right Arrow 710">
            <a:extLst>
              <a:ext uri="{FF2B5EF4-FFF2-40B4-BE49-F238E27FC236}">
                <a16:creationId xmlns:a16="http://schemas.microsoft.com/office/drawing/2014/main" id="{E9F7D90A-B84C-CEA7-D171-B2CB36CF53F8}"/>
              </a:ext>
            </a:extLst>
          </p:cNvPr>
          <p:cNvSpPr/>
          <p:nvPr/>
        </p:nvSpPr>
        <p:spPr>
          <a:xfrm>
            <a:off x="2255112" y="4597223"/>
            <a:ext cx="4662432" cy="664218"/>
          </a:xfrm>
          <a:prstGeom prst="rightArrow">
            <a:avLst/>
          </a:prstGeom>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b="1" dirty="0">
                <a:latin typeface="Inter"/>
              </a:rPr>
              <a:t>Fully-underwritten policies in 12 minutes, start-to-finish</a:t>
            </a:r>
          </a:p>
        </p:txBody>
      </p:sp>
      <p:sp>
        <p:nvSpPr>
          <p:cNvPr id="24" name="LeftSideAccent">
            <a:extLst>
              <a:ext uri="{FF2B5EF4-FFF2-40B4-BE49-F238E27FC236}">
                <a16:creationId xmlns:a16="http://schemas.microsoft.com/office/drawing/2014/main" id="{CEDD5D1D-30C8-3B81-C9AB-98A2A14FD67E}"/>
              </a:ext>
            </a:extLst>
          </p:cNvPr>
          <p:cNvSpPr>
            <a:spLocks noGrp="1"/>
          </p:cNvSpPr>
          <p:nvPr/>
        </p:nvSpPr>
        <p:spPr>
          <a:xfrm>
            <a:off x="0" y="0"/>
            <a:ext cx="28000" cy="6858000"/>
          </a:xfrm>
          <a:prstGeom prst="rect">
            <a:avLst/>
          </a:prstGeom>
          <a:solidFill>
            <a:srgbClr val="C8964A"/>
          </a:solidFill>
          <a:ln>
            <a:noFill/>
          </a:ln>
        </p:spPr>
        <p:txBody>
          <a:bodyPr/>
          <a:lstStyle/>
          <a:p>
            <a:endParaRPr>
              <a:latin typeface="Inter"/>
            </a:endParaRPr>
          </a:p>
        </p:txBody>
      </p:sp>
      <p:cxnSp>
        <p:nvCxnSpPr>
          <p:cNvPr id="25" name="Straight Arrow Connector 24">
            <a:extLst>
              <a:ext uri="{FF2B5EF4-FFF2-40B4-BE49-F238E27FC236}">
                <a16:creationId xmlns:a16="http://schemas.microsoft.com/office/drawing/2014/main" id="{75C58F7E-AA74-DE68-73D5-23DE6BC0DE17}"/>
              </a:ext>
            </a:extLst>
          </p:cNvPr>
          <p:cNvCxnSpPr>
            <a:cxnSpLocks/>
          </p:cNvCxnSpPr>
          <p:nvPr/>
        </p:nvCxnSpPr>
        <p:spPr>
          <a:xfrm flipV="1">
            <a:off x="7233075" y="2130732"/>
            <a:ext cx="307020" cy="11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Rounded Rectangle 3">
            <a:extLst>
              <a:ext uri="{FF2B5EF4-FFF2-40B4-BE49-F238E27FC236}">
                <a16:creationId xmlns:a16="http://schemas.microsoft.com/office/drawing/2014/main" id="{9BA72F9A-669D-F928-759C-E3CA21AE27B7}"/>
              </a:ext>
            </a:extLst>
          </p:cNvPr>
          <p:cNvSpPr/>
          <p:nvPr/>
        </p:nvSpPr>
        <p:spPr>
          <a:xfrm>
            <a:off x="7540095" y="1808687"/>
            <a:ext cx="1221998" cy="646329"/>
          </a:xfrm>
          <a:prstGeom prst="round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a:latin typeface="Inter"/>
              </a:rPr>
              <a:t>Minutes, not days</a:t>
            </a:r>
            <a:endParaRPr lang="en-US" sz="1400" dirty="0">
              <a:latin typeface="Inter"/>
            </a:endParaRPr>
          </a:p>
        </p:txBody>
      </p:sp>
      <p:pic>
        <p:nvPicPr>
          <p:cNvPr id="27" name="Picture 26">
            <a:extLst>
              <a:ext uri="{FF2B5EF4-FFF2-40B4-BE49-F238E27FC236}">
                <a16:creationId xmlns:a16="http://schemas.microsoft.com/office/drawing/2014/main" id="{E71FFD40-3A4A-A2F9-B29B-30CADD70D37E}"/>
              </a:ext>
            </a:extLst>
          </p:cNvPr>
          <p:cNvPicPr>
            <a:picLocks noChangeAspect="1"/>
          </p:cNvPicPr>
          <p:nvPr/>
        </p:nvPicPr>
        <p:blipFill>
          <a:blip r:embed="rId4"/>
          <a:stretch>
            <a:fillRect/>
          </a:stretch>
        </p:blipFill>
        <p:spPr>
          <a:xfrm>
            <a:off x="8795073" y="2625565"/>
            <a:ext cx="2644890" cy="3199276"/>
          </a:xfrm>
          <a:prstGeom prst="rect">
            <a:avLst/>
          </a:prstGeom>
        </p:spPr>
      </p:pic>
    </p:spTree>
    <p:extLst>
      <p:ext uri="{BB962C8B-B14F-4D97-AF65-F5344CB8AC3E}">
        <p14:creationId xmlns:p14="http://schemas.microsoft.com/office/powerpoint/2010/main" val="30340970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280160"/>
          </a:xfrm>
          <a:solidFill>
            <a:srgbClr val="204C8E"/>
          </a:solidFill>
          <a:ln w="12700">
            <a:solidFill>
              <a:srgbClr val="04568B"/>
            </a:solidFill>
            <a:prstDash val="solid"/>
          </a:ln>
        </p:spPr>
        <p:txBody>
          <a:bodyPr/>
          <a:lstStyle/>
          <a:p>
            <a:endParaRPr lang="en-IN" sz="2400"/>
          </a:p>
        </p:txBody>
      </p:sp>
      <p:sp>
        <p:nvSpPr>
          <p:cNvPr id="3" name="Shape 1"/>
          <p:cNvSpPr/>
          <p:nvPr/>
        </p:nvSpPr>
        <p:spPr>
          <a:xfrm>
            <a:off x="0" y="0"/>
            <a:ext cx="146304" cy="1280160"/>
          </a:xfrm>
          <a:solidFill>
            <a:srgbClr val="F26B39"/>
          </a:solidFill>
          <a:ln w="12700">
            <a:solidFill>
              <a:srgbClr val="F5961D"/>
            </a:solidFill>
            <a:prstDash val="solid"/>
          </a:ln>
        </p:spPr>
        <p:txBody>
          <a:bodyPr/>
          <a:lstStyle/>
          <a:p>
            <a:endParaRPr lang="en-IN" sz="2400"/>
          </a:p>
        </p:txBody>
      </p:sp>
      <p:sp>
        <p:nvSpPr>
          <p:cNvPr id="4" name="Text 2"/>
          <p:cNvSpPr/>
          <p:nvPr/>
        </p:nvSpPr>
        <p:spPr>
          <a:xfrm>
            <a:off x="341376" y="85344"/>
            <a:ext cx="8534400" cy="365760"/>
          </a:xfrm>
          <a:prstGeom prst="rect">
            <a:avLst/>
          </a:prstGeom>
          <a:noFill/>
          <a:ln/>
        </p:spPr>
        <p:txBody>
          <a:bodyPr wrap="square" rtlCol="0" anchor="ctr"/>
          <a:lstStyle/>
          <a:p>
            <a:r>
              <a:rPr lang="en-US" sz="1333" b="1" kern="0" spc="400" dirty="0">
                <a:solidFill>
                  <a:srgbClr val="FFFFFF"/>
                </a:solidFill>
                <a:latin typeface="Calibri" pitchFamily="34" charset="0"/>
                <a:ea typeface="Calibri" pitchFamily="34" charset="-122"/>
                <a:cs typeface="Calibri" pitchFamily="34" charset="-120"/>
              </a:rPr>
              <a:t>THE PLATFORM</a:t>
            </a:r>
            <a:endParaRPr lang="en-US" sz="1333" dirty="0"/>
          </a:p>
        </p:txBody>
      </p:sp>
      <p:sp>
        <p:nvSpPr>
          <p:cNvPr id="5" name="Text 3"/>
          <p:cNvSpPr/>
          <p:nvPr/>
        </p:nvSpPr>
        <p:spPr>
          <a:xfrm>
            <a:off x="670560" y="592231"/>
            <a:ext cx="11679936" cy="548105"/>
          </a:xfrm>
          <a:prstGeom prst="rect">
            <a:avLst/>
          </a:prstGeom>
          <a:noFill/>
          <a:ln/>
        </p:spPr>
        <p:txBody>
          <a:bodyPr wrap="square" rtlCol="0" anchor="ctr"/>
          <a:lstStyle/>
          <a:p>
            <a:r>
              <a:rPr lang="en-US" sz="3600" b="1" dirty="0">
                <a:solidFill>
                  <a:srgbClr val="1A2744"/>
                </a:solidFill>
                <a:latin typeface="Calibri" pitchFamily="34" charset="0"/>
                <a:ea typeface="Calibri" pitchFamily="34" charset="-122"/>
                <a:cs typeface="Calibri" pitchFamily="34" charset="-120"/>
              </a:rPr>
              <a:t>Everything You Need, In One Place</a:t>
            </a:r>
            <a:endParaRPr lang="en-US" sz="3600" dirty="0">
              <a:solidFill>
                <a:srgbClr val="1A2744"/>
              </a:solidFill>
            </a:endParaRPr>
          </a:p>
        </p:txBody>
      </p:sp>
      <p:sp>
        <p:nvSpPr>
          <p:cNvPr id="7" name="Shape 4"/>
          <p:cNvSpPr/>
          <p:nvPr/>
        </p:nvSpPr>
        <p:spPr>
          <a:xfrm>
            <a:off x="426720" y="1365504"/>
            <a:ext cx="3596640" cy="2097024"/>
          </a:xfrm>
          <a:solidFill>
            <a:srgbClr val="F5F7FA"/>
          </a:solidFill>
          <a:ln w="12700">
            <a:solidFill>
              <a:srgbClr val="D8E4EE"/>
            </a:solidFill>
            <a:prstDash val="solid"/>
          </a:ln>
          <a:effectLst>
            <a:outerShdw blurRad="127000" dist="38100" dir="8100000" algn="bl" rotWithShape="0">
              <a:srgbClr val="000000">
                <a:alpha val="10000"/>
              </a:srgbClr>
            </a:outerShdw>
          </a:effectLst>
        </p:spPr>
        <p:txBody>
          <a:bodyPr/>
          <a:lstStyle/>
          <a:p>
            <a:endParaRPr lang="en-IN" sz="2400"/>
          </a:p>
        </p:txBody>
      </p:sp>
      <p:sp>
        <p:nvSpPr>
          <p:cNvPr id="8" name="Shape 5"/>
          <p:cNvSpPr/>
          <p:nvPr/>
        </p:nvSpPr>
        <p:spPr>
          <a:xfrm>
            <a:off x="426720" y="1365504"/>
            <a:ext cx="121920" cy="2097024"/>
          </a:xfrm>
          <a:solidFill>
            <a:srgbClr val="F26B39"/>
          </a:solidFill>
          <a:ln w="12700">
            <a:solidFill>
              <a:srgbClr val="F5961D"/>
            </a:solidFill>
            <a:prstDash val="solid"/>
          </a:ln>
        </p:spPr>
        <p:txBody>
          <a:bodyPr/>
          <a:lstStyle/>
          <a:p>
            <a:endParaRPr lang="en-IN" sz="2400"/>
          </a:p>
        </p:txBody>
      </p:sp>
      <p:sp>
        <p:nvSpPr>
          <p:cNvPr id="9" name="Text 6"/>
          <p:cNvSpPr/>
          <p:nvPr/>
        </p:nvSpPr>
        <p:spPr>
          <a:xfrm>
            <a:off x="670560" y="1584960"/>
            <a:ext cx="3230880" cy="548640"/>
          </a:xfrm>
          <a:prstGeom prst="rect">
            <a:avLst/>
          </a:prstGeom>
          <a:noFill/>
          <a:ln/>
        </p:spPr>
        <p:txBody>
          <a:bodyPr wrap="square" rtlCol="0" anchor="ctr"/>
          <a:lstStyle/>
          <a:p>
            <a:r>
              <a:rPr lang="en-US" sz="1733" b="1" dirty="0">
                <a:solidFill>
                  <a:srgbClr val="C8964A"/>
                </a:solidFill>
                <a:latin typeface="Calibri" pitchFamily="34" charset="0"/>
                <a:ea typeface="Calibri" pitchFamily="34" charset="-122"/>
                <a:cs typeface="Calibri" pitchFamily="34" charset="-120"/>
              </a:rPr>
              <a:t>Personal Website &amp; URL</a:t>
            </a:r>
            <a:endParaRPr lang="en-US" sz="1733" dirty="0">
              <a:solidFill>
                <a:srgbClr val="C8964A"/>
              </a:solidFill>
            </a:endParaRPr>
          </a:p>
        </p:txBody>
      </p:sp>
      <p:sp>
        <p:nvSpPr>
          <p:cNvPr id="10" name="Text 7"/>
          <p:cNvSpPr/>
          <p:nvPr/>
        </p:nvSpPr>
        <p:spPr>
          <a:xfrm>
            <a:off x="670560" y="2157984"/>
            <a:ext cx="3230880" cy="1170432"/>
          </a:xfrm>
          <a:prstGeom prst="rect">
            <a:avLst/>
          </a:prstGeom>
          <a:noFill/>
          <a:ln/>
        </p:spPr>
        <p:txBody>
          <a:bodyPr wrap="square" rtlCol="0" anchor="t"/>
          <a:lstStyle/>
          <a:p>
            <a:r>
              <a:rPr lang="en-US" sz="1467" dirty="0">
                <a:solidFill>
                  <a:srgbClr val="1A2744"/>
                </a:solidFill>
                <a:latin typeface="Calibri" pitchFamily="34" charset="0"/>
                <a:ea typeface="Calibri" pitchFamily="34" charset="-122"/>
                <a:cs typeface="Calibri" pitchFamily="34" charset="-120"/>
              </a:rPr>
              <a:t>Free branded site for every advisor. Share on social or email — clients self-serve and buy instantly.</a:t>
            </a:r>
            <a:endParaRPr lang="en-US" sz="1467" dirty="0"/>
          </a:p>
        </p:txBody>
      </p:sp>
      <p:sp>
        <p:nvSpPr>
          <p:cNvPr id="11" name="Shape 8"/>
          <p:cNvSpPr/>
          <p:nvPr/>
        </p:nvSpPr>
        <p:spPr>
          <a:xfrm>
            <a:off x="4206240" y="1365504"/>
            <a:ext cx="3596640" cy="2097024"/>
          </a:xfrm>
          <a:solidFill>
            <a:srgbClr val="F5F7FA"/>
          </a:solidFill>
          <a:ln w="12700">
            <a:solidFill>
              <a:srgbClr val="D8E4EE"/>
            </a:solidFill>
            <a:prstDash val="solid"/>
          </a:ln>
          <a:effectLst>
            <a:outerShdw blurRad="127000" dist="38100" dir="8100000" algn="bl" rotWithShape="0">
              <a:srgbClr val="000000">
                <a:alpha val="10000"/>
              </a:srgbClr>
            </a:outerShdw>
          </a:effectLst>
        </p:spPr>
        <p:txBody>
          <a:bodyPr/>
          <a:lstStyle/>
          <a:p>
            <a:endParaRPr lang="en-IN" sz="2400"/>
          </a:p>
        </p:txBody>
      </p:sp>
      <p:sp>
        <p:nvSpPr>
          <p:cNvPr id="12" name="Shape 9"/>
          <p:cNvSpPr/>
          <p:nvPr/>
        </p:nvSpPr>
        <p:spPr>
          <a:xfrm>
            <a:off x="4206240" y="1365504"/>
            <a:ext cx="121920" cy="2097024"/>
          </a:xfrm>
          <a:solidFill>
            <a:srgbClr val="F26B39"/>
          </a:solidFill>
          <a:ln w="12700">
            <a:solidFill>
              <a:srgbClr val="04568B"/>
            </a:solidFill>
            <a:prstDash val="solid"/>
          </a:ln>
        </p:spPr>
        <p:txBody>
          <a:bodyPr/>
          <a:lstStyle/>
          <a:p>
            <a:endParaRPr lang="en-IN" sz="2400"/>
          </a:p>
        </p:txBody>
      </p:sp>
      <p:sp>
        <p:nvSpPr>
          <p:cNvPr id="13" name="Text 10"/>
          <p:cNvSpPr/>
          <p:nvPr/>
        </p:nvSpPr>
        <p:spPr>
          <a:xfrm>
            <a:off x="4450080" y="1584960"/>
            <a:ext cx="3230880" cy="548640"/>
          </a:xfrm>
          <a:prstGeom prst="rect">
            <a:avLst/>
          </a:prstGeom>
          <a:noFill/>
          <a:ln/>
        </p:spPr>
        <p:txBody>
          <a:bodyPr wrap="square" rtlCol="0" anchor="ctr"/>
          <a:lstStyle/>
          <a:p>
            <a:r>
              <a:rPr lang="en-US" sz="1733" b="1" dirty="0">
                <a:solidFill>
                  <a:srgbClr val="C8964A"/>
                </a:solidFill>
                <a:latin typeface="Calibri" pitchFamily="34" charset="0"/>
                <a:ea typeface="Calibri" pitchFamily="34" charset="-122"/>
                <a:cs typeface="Calibri" pitchFamily="34" charset="-120"/>
              </a:rPr>
              <a:t>Omni-Channel Journey</a:t>
            </a:r>
            <a:endParaRPr lang="en-US" sz="1733" dirty="0">
              <a:solidFill>
                <a:srgbClr val="C8964A"/>
              </a:solidFill>
            </a:endParaRPr>
          </a:p>
        </p:txBody>
      </p:sp>
      <p:sp>
        <p:nvSpPr>
          <p:cNvPr id="14" name="Text 11"/>
          <p:cNvSpPr/>
          <p:nvPr/>
        </p:nvSpPr>
        <p:spPr>
          <a:xfrm>
            <a:off x="4450080" y="2157984"/>
            <a:ext cx="3230880" cy="1170432"/>
          </a:xfrm>
          <a:prstGeom prst="rect">
            <a:avLst/>
          </a:prstGeom>
          <a:noFill/>
          <a:ln/>
        </p:spPr>
        <p:txBody>
          <a:bodyPr wrap="square" rtlCol="0" anchor="t"/>
          <a:lstStyle/>
          <a:p>
            <a:r>
              <a:rPr lang="en-US" sz="1467" dirty="0">
                <a:solidFill>
                  <a:srgbClr val="1A2744"/>
                </a:solidFill>
                <a:latin typeface="Calibri" pitchFamily="34" charset="0"/>
                <a:ea typeface="Calibri" pitchFamily="34" charset="-122"/>
                <a:cs typeface="Calibri" pitchFamily="34" charset="-120"/>
              </a:rPr>
              <a:t>Quote, apply, underwrite, and deliver — entirely digital in one seamless, advisor-controlled flow.</a:t>
            </a:r>
            <a:endParaRPr lang="en-US" sz="1467" dirty="0"/>
          </a:p>
        </p:txBody>
      </p:sp>
      <p:sp>
        <p:nvSpPr>
          <p:cNvPr id="15" name="Shape 12"/>
          <p:cNvSpPr/>
          <p:nvPr/>
        </p:nvSpPr>
        <p:spPr>
          <a:xfrm>
            <a:off x="7985760" y="1365504"/>
            <a:ext cx="3596640" cy="2097024"/>
          </a:xfrm>
          <a:solidFill>
            <a:srgbClr val="F5F7FA"/>
          </a:solidFill>
          <a:ln w="12700">
            <a:solidFill>
              <a:srgbClr val="D8E4EE"/>
            </a:solidFill>
            <a:prstDash val="solid"/>
          </a:ln>
          <a:effectLst>
            <a:outerShdw blurRad="127000" dist="38100" dir="8100000" algn="bl" rotWithShape="0">
              <a:srgbClr val="000000">
                <a:alpha val="10000"/>
              </a:srgbClr>
            </a:outerShdw>
          </a:effectLst>
        </p:spPr>
        <p:txBody>
          <a:bodyPr/>
          <a:lstStyle/>
          <a:p>
            <a:endParaRPr lang="en-IN" sz="2400"/>
          </a:p>
        </p:txBody>
      </p:sp>
      <p:sp>
        <p:nvSpPr>
          <p:cNvPr id="16" name="Shape 13"/>
          <p:cNvSpPr/>
          <p:nvPr/>
        </p:nvSpPr>
        <p:spPr>
          <a:xfrm>
            <a:off x="7985760" y="1365504"/>
            <a:ext cx="121920" cy="2097024"/>
          </a:xfrm>
          <a:solidFill>
            <a:srgbClr val="F26B39"/>
          </a:solidFill>
          <a:ln w="12700">
            <a:solidFill>
              <a:srgbClr val="274B83"/>
            </a:solidFill>
            <a:prstDash val="solid"/>
          </a:ln>
        </p:spPr>
        <p:txBody>
          <a:bodyPr/>
          <a:lstStyle/>
          <a:p>
            <a:endParaRPr lang="en-IN" sz="2400"/>
          </a:p>
        </p:txBody>
      </p:sp>
      <p:sp>
        <p:nvSpPr>
          <p:cNvPr id="17" name="Text 14"/>
          <p:cNvSpPr/>
          <p:nvPr/>
        </p:nvSpPr>
        <p:spPr>
          <a:xfrm>
            <a:off x="8229600" y="1584960"/>
            <a:ext cx="3230880" cy="548640"/>
          </a:xfrm>
          <a:prstGeom prst="rect">
            <a:avLst/>
          </a:prstGeom>
          <a:noFill/>
          <a:ln/>
        </p:spPr>
        <p:txBody>
          <a:bodyPr wrap="square" rtlCol="0" anchor="ctr"/>
          <a:lstStyle/>
          <a:p>
            <a:r>
              <a:rPr lang="en-US" sz="1733" b="1" dirty="0">
                <a:solidFill>
                  <a:srgbClr val="C8964A"/>
                </a:solidFill>
                <a:latin typeface="Calibri" pitchFamily="34" charset="0"/>
                <a:ea typeface="Calibri" pitchFamily="34" charset="-122"/>
                <a:cs typeface="Calibri" pitchFamily="34" charset="-120"/>
              </a:rPr>
              <a:t>AI Compliance Engine</a:t>
            </a:r>
            <a:endParaRPr lang="en-US" sz="1733" dirty="0">
              <a:solidFill>
                <a:srgbClr val="C8964A"/>
              </a:solidFill>
            </a:endParaRPr>
          </a:p>
        </p:txBody>
      </p:sp>
      <p:sp>
        <p:nvSpPr>
          <p:cNvPr id="18" name="Text 15"/>
          <p:cNvSpPr/>
          <p:nvPr/>
        </p:nvSpPr>
        <p:spPr>
          <a:xfrm>
            <a:off x="8229600" y="2157984"/>
            <a:ext cx="3230880" cy="1170432"/>
          </a:xfrm>
          <a:prstGeom prst="rect">
            <a:avLst/>
          </a:prstGeom>
          <a:noFill/>
          <a:ln/>
        </p:spPr>
        <p:txBody>
          <a:bodyPr wrap="square" rtlCol="0" anchor="t"/>
          <a:lstStyle/>
          <a:p>
            <a:r>
              <a:rPr lang="en-US" sz="1467" dirty="0">
                <a:solidFill>
                  <a:srgbClr val="1A2744"/>
                </a:solidFill>
                <a:latin typeface="Calibri" pitchFamily="34" charset="0"/>
                <a:ea typeface="Calibri" pitchFamily="34" charset="-122"/>
                <a:cs typeface="Calibri" pitchFamily="34" charset="-120"/>
              </a:rPr>
              <a:t>Auto-generated disclosure forms, reason-why letters, and complete audit trails per sale.</a:t>
            </a:r>
            <a:endParaRPr lang="en-US" sz="1467" dirty="0"/>
          </a:p>
        </p:txBody>
      </p:sp>
      <p:sp>
        <p:nvSpPr>
          <p:cNvPr id="19" name="Shape 16"/>
          <p:cNvSpPr/>
          <p:nvPr/>
        </p:nvSpPr>
        <p:spPr>
          <a:xfrm>
            <a:off x="426720" y="3645408"/>
            <a:ext cx="3596640" cy="2097024"/>
          </a:xfrm>
          <a:solidFill>
            <a:srgbClr val="F5F7FA"/>
          </a:solidFill>
          <a:ln w="12700">
            <a:solidFill>
              <a:srgbClr val="D8E4EE"/>
            </a:solidFill>
            <a:prstDash val="solid"/>
          </a:ln>
          <a:effectLst>
            <a:outerShdw blurRad="127000" dist="38100" dir="8100000" algn="bl" rotWithShape="0">
              <a:srgbClr val="000000">
                <a:alpha val="10000"/>
              </a:srgbClr>
            </a:outerShdw>
          </a:effectLst>
        </p:spPr>
        <p:txBody>
          <a:bodyPr/>
          <a:lstStyle/>
          <a:p>
            <a:endParaRPr lang="en-IN" sz="2400"/>
          </a:p>
        </p:txBody>
      </p:sp>
      <p:sp>
        <p:nvSpPr>
          <p:cNvPr id="20" name="Shape 17"/>
          <p:cNvSpPr/>
          <p:nvPr/>
        </p:nvSpPr>
        <p:spPr>
          <a:xfrm>
            <a:off x="426720" y="3645408"/>
            <a:ext cx="121920" cy="2097024"/>
          </a:xfrm>
          <a:solidFill>
            <a:srgbClr val="F26B39"/>
          </a:solidFill>
          <a:ln w="12700">
            <a:solidFill>
              <a:srgbClr val="F5961D"/>
            </a:solidFill>
            <a:prstDash val="solid"/>
          </a:ln>
        </p:spPr>
        <p:txBody>
          <a:bodyPr/>
          <a:lstStyle/>
          <a:p>
            <a:endParaRPr lang="en-IN" sz="2400"/>
          </a:p>
        </p:txBody>
      </p:sp>
      <p:sp>
        <p:nvSpPr>
          <p:cNvPr id="21" name="Text 18"/>
          <p:cNvSpPr/>
          <p:nvPr/>
        </p:nvSpPr>
        <p:spPr>
          <a:xfrm>
            <a:off x="670560" y="3864864"/>
            <a:ext cx="3230880" cy="548640"/>
          </a:xfrm>
          <a:prstGeom prst="rect">
            <a:avLst/>
          </a:prstGeom>
          <a:noFill/>
          <a:ln/>
        </p:spPr>
        <p:txBody>
          <a:bodyPr wrap="square" rtlCol="0" anchor="ctr"/>
          <a:lstStyle/>
          <a:p>
            <a:r>
              <a:rPr lang="en-US" sz="1733" b="1" dirty="0">
                <a:solidFill>
                  <a:srgbClr val="C8964A"/>
                </a:solidFill>
                <a:latin typeface="Calibri" pitchFamily="34" charset="0"/>
                <a:ea typeface="Calibri" pitchFamily="34" charset="-122"/>
                <a:cs typeface="Calibri" pitchFamily="34" charset="-120"/>
              </a:rPr>
              <a:t>Branding Packs</a:t>
            </a:r>
            <a:endParaRPr lang="en-US" sz="1733" dirty="0">
              <a:solidFill>
                <a:srgbClr val="C8964A"/>
              </a:solidFill>
            </a:endParaRPr>
          </a:p>
        </p:txBody>
      </p:sp>
      <p:sp>
        <p:nvSpPr>
          <p:cNvPr id="22" name="Text 19"/>
          <p:cNvSpPr/>
          <p:nvPr/>
        </p:nvSpPr>
        <p:spPr>
          <a:xfrm>
            <a:off x="670560" y="4437888"/>
            <a:ext cx="3230880" cy="1170432"/>
          </a:xfrm>
          <a:prstGeom prst="rect">
            <a:avLst/>
          </a:prstGeom>
          <a:noFill/>
          <a:ln/>
        </p:spPr>
        <p:txBody>
          <a:bodyPr wrap="square" rtlCol="0" anchor="t"/>
          <a:lstStyle/>
          <a:p>
            <a:r>
              <a:rPr lang="en-US" sz="1467" dirty="0">
                <a:solidFill>
                  <a:srgbClr val="1A2744"/>
                </a:solidFill>
                <a:latin typeface="Calibri" pitchFamily="34" charset="0"/>
                <a:ea typeface="Calibri" pitchFamily="34" charset="-122"/>
                <a:cs typeface="Calibri" pitchFamily="34" charset="-120"/>
              </a:rPr>
              <a:t>Professionally crafted videos, images, and landing pages that reflect your personal advisor brand.</a:t>
            </a:r>
            <a:endParaRPr lang="en-US" sz="1467" dirty="0"/>
          </a:p>
        </p:txBody>
      </p:sp>
      <p:sp>
        <p:nvSpPr>
          <p:cNvPr id="23" name="Shape 20"/>
          <p:cNvSpPr/>
          <p:nvPr/>
        </p:nvSpPr>
        <p:spPr>
          <a:xfrm>
            <a:off x="4206240" y="3645408"/>
            <a:ext cx="3596640" cy="2097024"/>
          </a:xfrm>
          <a:solidFill>
            <a:srgbClr val="F5F7FA"/>
          </a:solidFill>
          <a:ln w="12700">
            <a:solidFill>
              <a:srgbClr val="D8E4EE"/>
            </a:solidFill>
            <a:prstDash val="solid"/>
          </a:ln>
          <a:effectLst>
            <a:outerShdw blurRad="127000" dist="38100" dir="8100000" algn="bl" rotWithShape="0">
              <a:srgbClr val="000000">
                <a:alpha val="10000"/>
              </a:srgbClr>
            </a:outerShdw>
          </a:effectLst>
        </p:spPr>
        <p:txBody>
          <a:bodyPr/>
          <a:lstStyle/>
          <a:p>
            <a:endParaRPr lang="en-IN" sz="2400"/>
          </a:p>
        </p:txBody>
      </p:sp>
      <p:sp>
        <p:nvSpPr>
          <p:cNvPr id="24" name="Shape 21"/>
          <p:cNvSpPr/>
          <p:nvPr/>
        </p:nvSpPr>
        <p:spPr>
          <a:xfrm>
            <a:off x="4206240" y="3645408"/>
            <a:ext cx="121920" cy="2097024"/>
          </a:xfrm>
          <a:solidFill>
            <a:srgbClr val="F26B39"/>
          </a:solidFill>
          <a:ln w="12700">
            <a:solidFill>
              <a:srgbClr val="04568B"/>
            </a:solidFill>
            <a:prstDash val="solid"/>
          </a:ln>
        </p:spPr>
        <p:txBody>
          <a:bodyPr/>
          <a:lstStyle/>
          <a:p>
            <a:endParaRPr lang="en-IN" sz="2400"/>
          </a:p>
        </p:txBody>
      </p:sp>
      <p:sp>
        <p:nvSpPr>
          <p:cNvPr id="25" name="Text 22"/>
          <p:cNvSpPr/>
          <p:nvPr/>
        </p:nvSpPr>
        <p:spPr>
          <a:xfrm>
            <a:off x="4450080" y="3864864"/>
            <a:ext cx="3230880" cy="548640"/>
          </a:xfrm>
          <a:prstGeom prst="rect">
            <a:avLst/>
          </a:prstGeom>
          <a:noFill/>
          <a:ln/>
        </p:spPr>
        <p:txBody>
          <a:bodyPr wrap="square" rtlCol="0" anchor="ctr"/>
          <a:lstStyle/>
          <a:p>
            <a:r>
              <a:rPr lang="en-US" sz="1733" b="1" dirty="0">
                <a:solidFill>
                  <a:srgbClr val="C8964A"/>
                </a:solidFill>
                <a:latin typeface="Calibri" pitchFamily="34" charset="0"/>
                <a:ea typeface="Calibri" pitchFamily="34" charset="-122"/>
                <a:cs typeface="Calibri" pitchFamily="34" charset="-120"/>
              </a:rPr>
              <a:t>Real-Time Notifications</a:t>
            </a:r>
            <a:endParaRPr lang="en-US" sz="1733" dirty="0">
              <a:solidFill>
                <a:srgbClr val="C8964A"/>
              </a:solidFill>
            </a:endParaRPr>
          </a:p>
        </p:txBody>
      </p:sp>
      <p:sp>
        <p:nvSpPr>
          <p:cNvPr id="26" name="Text 23"/>
          <p:cNvSpPr/>
          <p:nvPr/>
        </p:nvSpPr>
        <p:spPr>
          <a:xfrm>
            <a:off x="4450080" y="4437888"/>
            <a:ext cx="3230880" cy="1170432"/>
          </a:xfrm>
          <a:prstGeom prst="rect">
            <a:avLst/>
          </a:prstGeom>
          <a:noFill/>
          <a:ln/>
        </p:spPr>
        <p:txBody>
          <a:bodyPr wrap="square" rtlCol="0" anchor="t"/>
          <a:lstStyle/>
          <a:p>
            <a:r>
              <a:rPr lang="en-US" sz="1467" dirty="0">
                <a:solidFill>
                  <a:srgbClr val="1A2744"/>
                </a:solidFill>
                <a:latin typeface="Calibri" pitchFamily="34" charset="0"/>
                <a:ea typeface="Calibri" pitchFamily="34" charset="-122"/>
                <a:cs typeface="Calibri" pitchFamily="34" charset="-120"/>
              </a:rPr>
              <a:t>Know instantly when clients interact. View progress or jump in to assist at any point in the journey.</a:t>
            </a:r>
            <a:endParaRPr lang="en-US" sz="1467" dirty="0"/>
          </a:p>
        </p:txBody>
      </p:sp>
      <p:sp>
        <p:nvSpPr>
          <p:cNvPr id="27" name="Shape 24"/>
          <p:cNvSpPr/>
          <p:nvPr/>
        </p:nvSpPr>
        <p:spPr>
          <a:xfrm>
            <a:off x="7985760" y="3645408"/>
            <a:ext cx="3596640" cy="2097024"/>
          </a:xfrm>
          <a:solidFill>
            <a:srgbClr val="F5F7FA"/>
          </a:solidFill>
          <a:ln w="12700">
            <a:solidFill>
              <a:srgbClr val="D8E4EE"/>
            </a:solidFill>
            <a:prstDash val="solid"/>
          </a:ln>
          <a:effectLst>
            <a:outerShdw blurRad="127000" dist="38100" dir="8100000" algn="bl" rotWithShape="0">
              <a:srgbClr val="000000">
                <a:alpha val="10000"/>
              </a:srgbClr>
            </a:outerShdw>
          </a:effectLst>
        </p:spPr>
        <p:txBody>
          <a:bodyPr/>
          <a:lstStyle/>
          <a:p>
            <a:endParaRPr lang="en-IN" sz="2400"/>
          </a:p>
        </p:txBody>
      </p:sp>
      <p:sp>
        <p:nvSpPr>
          <p:cNvPr id="28" name="Shape 25"/>
          <p:cNvSpPr/>
          <p:nvPr/>
        </p:nvSpPr>
        <p:spPr>
          <a:xfrm>
            <a:off x="7985760" y="3645408"/>
            <a:ext cx="121920" cy="2097024"/>
          </a:xfrm>
          <a:solidFill>
            <a:srgbClr val="F26B39"/>
          </a:solidFill>
          <a:ln w="12700">
            <a:solidFill>
              <a:srgbClr val="274B83"/>
            </a:solidFill>
            <a:prstDash val="solid"/>
          </a:ln>
        </p:spPr>
        <p:txBody>
          <a:bodyPr/>
          <a:lstStyle/>
          <a:p>
            <a:endParaRPr lang="en-IN" sz="2400"/>
          </a:p>
        </p:txBody>
      </p:sp>
      <p:sp>
        <p:nvSpPr>
          <p:cNvPr id="29" name="Text 26"/>
          <p:cNvSpPr/>
          <p:nvPr/>
        </p:nvSpPr>
        <p:spPr>
          <a:xfrm>
            <a:off x="8229600" y="3864864"/>
            <a:ext cx="3230880" cy="548640"/>
          </a:xfrm>
          <a:prstGeom prst="rect">
            <a:avLst/>
          </a:prstGeom>
          <a:noFill/>
          <a:ln/>
        </p:spPr>
        <p:txBody>
          <a:bodyPr wrap="square" rtlCol="0" anchor="ctr"/>
          <a:lstStyle/>
          <a:p>
            <a:r>
              <a:rPr lang="en-US" sz="1733" b="1" dirty="0">
                <a:solidFill>
                  <a:srgbClr val="C8964A"/>
                </a:solidFill>
                <a:latin typeface="Calibri" pitchFamily="34" charset="0"/>
                <a:ea typeface="Calibri" pitchFamily="34" charset="-122"/>
                <a:cs typeface="Calibri" pitchFamily="34" charset="-120"/>
              </a:rPr>
              <a:t>Performance Dashboard</a:t>
            </a:r>
            <a:endParaRPr lang="en-US" sz="1733" dirty="0">
              <a:solidFill>
                <a:srgbClr val="C8964A"/>
              </a:solidFill>
            </a:endParaRPr>
          </a:p>
        </p:txBody>
      </p:sp>
      <p:sp>
        <p:nvSpPr>
          <p:cNvPr id="30" name="Text 27"/>
          <p:cNvSpPr/>
          <p:nvPr/>
        </p:nvSpPr>
        <p:spPr>
          <a:xfrm>
            <a:off x="8229600" y="4437888"/>
            <a:ext cx="3230880" cy="1170432"/>
          </a:xfrm>
          <a:prstGeom prst="rect">
            <a:avLst/>
          </a:prstGeom>
          <a:noFill/>
          <a:ln/>
        </p:spPr>
        <p:txBody>
          <a:bodyPr wrap="square" rtlCol="0" anchor="t"/>
          <a:lstStyle/>
          <a:p>
            <a:r>
              <a:rPr lang="en-US" sz="1467" dirty="0">
                <a:solidFill>
                  <a:srgbClr val="1A2744"/>
                </a:solidFill>
                <a:latin typeface="Calibri" pitchFamily="34" charset="0"/>
                <a:ea typeface="Calibri" pitchFamily="34" charset="-122"/>
                <a:cs typeface="Calibri" pitchFamily="34" charset="-120"/>
              </a:rPr>
              <a:t>Embedded analytics to track sales, conversion rates, pipeline health, and client engagement data.</a:t>
            </a:r>
            <a:endParaRPr lang="en-US" sz="1467" dirty="0"/>
          </a:p>
        </p:txBody>
      </p:sp>
      <p:sp>
        <p:nvSpPr>
          <p:cNvPr id="31" name="Shape 28"/>
          <p:cNvSpPr/>
          <p:nvPr/>
        </p:nvSpPr>
        <p:spPr>
          <a:xfrm>
            <a:off x="0" y="5693664"/>
            <a:ext cx="12192000" cy="463296"/>
          </a:xfrm>
          <a:solidFill>
            <a:srgbClr val="204C8E"/>
          </a:solidFill>
          <a:ln w="12700">
            <a:solidFill>
              <a:srgbClr val="04568B"/>
            </a:solidFill>
            <a:prstDash val="solid"/>
          </a:ln>
        </p:spPr>
        <p:txBody>
          <a:bodyPr/>
          <a:lstStyle/>
          <a:p>
            <a:endParaRPr lang="en-IN" sz="2400"/>
          </a:p>
        </p:txBody>
      </p:sp>
      <p:sp>
        <p:nvSpPr>
          <p:cNvPr id="32" name="Text 29"/>
          <p:cNvSpPr/>
          <p:nvPr/>
        </p:nvSpPr>
        <p:spPr>
          <a:xfrm>
            <a:off x="365760" y="5718048"/>
            <a:ext cx="11460480" cy="414528"/>
          </a:xfrm>
          <a:prstGeom prst="rect">
            <a:avLst/>
          </a:prstGeom>
          <a:noFill/>
          <a:ln/>
        </p:spPr>
        <p:txBody>
          <a:bodyPr wrap="square" rtlCol="0" anchor="ctr"/>
          <a:lstStyle/>
          <a:p>
            <a:pPr algn="ctr"/>
            <a:r>
              <a:rPr lang="en-US" sz="1600" b="1" dirty="0">
                <a:solidFill>
                  <a:srgbClr val="FFFFFF"/>
                </a:solidFill>
                <a:latin typeface="Calibri" pitchFamily="34" charset="0"/>
                <a:ea typeface="Calibri" pitchFamily="34" charset="-122"/>
                <a:cs typeface="Calibri" pitchFamily="34" charset="-120"/>
              </a:rPr>
              <a:t>Designed for advisors.   Loved by clients.   Powered by RiskDx.</a:t>
            </a:r>
            <a:endParaRPr lang="en-US" sz="1600" dirty="0"/>
          </a:p>
        </p:txBody>
      </p:sp>
      <p:sp>
        <p:nvSpPr>
          <p:cNvPr id="33" name="Shape 30"/>
          <p:cNvSpPr/>
          <p:nvPr/>
        </p:nvSpPr>
        <p:spPr>
          <a:xfrm>
            <a:off x="0" y="6522720"/>
            <a:ext cx="12192000" cy="335280"/>
          </a:xfrm>
          <a:solidFill>
            <a:srgbClr val="1A2744"/>
          </a:solidFill>
          <a:ln w="12700">
            <a:solidFill>
              <a:srgbClr val="EEF2F7"/>
            </a:solidFill>
            <a:prstDash val="solid"/>
          </a:ln>
        </p:spPr>
        <p:txBody>
          <a:bodyPr/>
          <a:lstStyle/>
          <a:p>
            <a:endParaRPr lang="en-IN" sz="2400"/>
          </a:p>
        </p:txBody>
      </p:sp>
      <p:sp>
        <p:nvSpPr>
          <p:cNvPr id="34" name="Text 31"/>
          <p:cNvSpPr/>
          <p:nvPr/>
        </p:nvSpPr>
        <p:spPr>
          <a:xfrm>
            <a:off x="365760" y="6534912"/>
            <a:ext cx="11460480" cy="304800"/>
          </a:xfrm>
          <a:prstGeom prst="rect">
            <a:avLst/>
          </a:prstGeom>
          <a:noFill/>
          <a:ln/>
        </p:spPr>
        <p:txBody>
          <a:bodyPr wrap="square" rtlCol="0" anchor="ctr"/>
          <a:lstStyle/>
          <a:p>
            <a:pPr algn="ctr"/>
            <a:r>
              <a:rPr lang="en-US" sz="1200" dirty="0">
                <a:solidFill>
                  <a:srgbClr val="FFFFFF"/>
                </a:solidFill>
                <a:latin typeface="Calibri" pitchFamily="34" charset="0"/>
                <a:ea typeface="Calibri" pitchFamily="34" charset="-122"/>
                <a:cs typeface="Calibri" pitchFamily="34" charset="-120"/>
              </a:rPr>
              <a:t>amoreinsurance.info  |  Powered by RiskDx</a:t>
            </a:r>
            <a:endParaRPr lang="en-US" sz="1200" dirty="0"/>
          </a:p>
        </p:txBody>
      </p:sp>
      <p:pic>
        <p:nvPicPr>
          <p:cNvPr id="35" name="Graphic 35" descr="Personal Website icon"/>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38500" y="1498600"/>
            <a:ext cx="558800" cy="558800"/>
          </a:xfrm>
          <a:prstGeom prst="rect">
            <a:avLst/>
          </a:prstGeom>
        </p:spPr>
      </p:pic>
      <p:pic>
        <p:nvPicPr>
          <p:cNvPr id="36" name="Graphic 36" descr="Omni-Channel Journey icon"/>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010400" y="1498600"/>
            <a:ext cx="558800" cy="558800"/>
          </a:xfrm>
          <a:prstGeom prst="rect">
            <a:avLst/>
          </a:prstGeom>
        </p:spPr>
      </p:pic>
      <p:pic>
        <p:nvPicPr>
          <p:cNvPr id="37" name="Graphic 37" descr="AI Compliance Engine icon"/>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795000" y="1498600"/>
            <a:ext cx="558800" cy="558800"/>
          </a:xfrm>
          <a:prstGeom prst="rect">
            <a:avLst/>
          </a:prstGeom>
        </p:spPr>
      </p:pic>
      <p:pic>
        <p:nvPicPr>
          <p:cNvPr id="38" name="Graphic 38" descr="Branding Packs icon"/>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238500" y="3771900"/>
            <a:ext cx="558800" cy="558800"/>
          </a:xfrm>
          <a:prstGeom prst="rect">
            <a:avLst/>
          </a:prstGeom>
        </p:spPr>
      </p:pic>
      <p:pic>
        <p:nvPicPr>
          <p:cNvPr id="39" name="Graphic 39" descr="Real-Time Notifications icon"/>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010400" y="3771900"/>
            <a:ext cx="558800" cy="558800"/>
          </a:xfrm>
          <a:prstGeom prst="rect">
            <a:avLst/>
          </a:prstGeom>
        </p:spPr>
      </p:pic>
      <p:pic>
        <p:nvPicPr>
          <p:cNvPr id="40" name="Graphic 40" descr="Performance Dashboard icon"/>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795000" y="3771900"/>
            <a:ext cx="558800" cy="558800"/>
          </a:xfrm>
          <a:prstGeom prst="rect">
            <a:avLst/>
          </a:prstGeom>
        </p:spPr>
      </p:pic>
      <p:pic>
        <p:nvPicPr>
          <p:cNvPr id="41" name="Picture 40">
            <a:extLst>
              <a:ext uri="{FF2B5EF4-FFF2-40B4-BE49-F238E27FC236}">
                <a16:creationId xmlns:a16="http://schemas.microsoft.com/office/drawing/2014/main" id="{528D2DD3-8903-8F74-9A86-1AB4E298B58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0400754" y="220756"/>
            <a:ext cx="1333500" cy="371475"/>
          </a:xfrm>
          <a:prstGeom prst="rect">
            <a:avLst/>
          </a:prstGeom>
        </p:spPr>
      </p:pic>
    </p:spTree>
    <p:extLst>
      <p:ext uri="{BB962C8B-B14F-4D97-AF65-F5344CB8AC3E}">
        <p14:creationId xmlns:p14="http://schemas.microsoft.com/office/powerpoint/2010/main" val="19106342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CategoryLabel"/>
          <p:cNvSpPr/>
          <p:nvPr/>
        </p:nvSpPr>
        <p:spPr>
          <a:xfrm>
            <a:off x="341376" y="85344"/>
            <a:ext cx="8534400" cy="365760"/>
          </a:xfrm>
          <a:prstGeom prst="rect">
            <a:avLst/>
          </a:prstGeom>
          <a:noFill/>
          <a:ln/>
        </p:spPr>
        <p:txBody>
          <a:bodyPr wrap="square" rtlCol="0" anchor="ctr"/>
          <a:lstStyle/>
          <a:p>
            <a:r>
              <a:rPr lang="en-US" sz="1600" b="1" kern="0" spc="500" dirty="0">
                <a:solidFill>
                  <a:srgbClr val="FFFFFF"/>
                </a:solidFill>
                <a:latin typeface="Calibri"/>
              </a:rPr>
              <a:t>BENEFITS</a:t>
            </a:r>
          </a:p>
        </p:txBody>
      </p:sp>
      <p:sp>
        <p:nvSpPr>
          <p:cNvPr id="5" name="SlideTitle"/>
          <p:cNvSpPr/>
          <p:nvPr/>
        </p:nvSpPr>
        <p:spPr>
          <a:xfrm>
            <a:off x="609600" y="451104"/>
            <a:ext cx="9144000" cy="801520"/>
          </a:xfrm>
          <a:prstGeom prst="rect">
            <a:avLst/>
          </a:prstGeom>
          <a:noFill/>
          <a:ln/>
        </p:spPr>
        <p:txBody>
          <a:bodyPr wrap="square" rtlCol="0" anchor="ctr"/>
          <a:lstStyle/>
          <a:p>
            <a:r>
              <a:rPr lang="en-US" sz="3600" b="1" dirty="0">
                <a:solidFill>
                  <a:srgbClr val="1A2744"/>
                </a:solidFill>
                <a:latin typeface="Calibri" pitchFamily="34" charset="0"/>
                <a:ea typeface="Calibri" pitchFamily="34" charset="-122"/>
                <a:cs typeface="Calibri" pitchFamily="34" charset="-120"/>
              </a:rPr>
              <a:t>Consumer Benefits</a:t>
            </a:r>
            <a:endParaRPr lang="en-US" sz="3600" b="1" dirty="0">
              <a:solidFill>
                <a:srgbClr val="1A2744"/>
              </a:solidFill>
              <a:latin typeface="Calibri"/>
            </a:endParaRPr>
          </a:p>
        </p:txBody>
      </p:sp>
      <p:sp>
        <p:nvSpPr>
          <p:cNvPr id="10" name="Card1Bg"/>
          <p:cNvSpPr/>
          <p:nvPr/>
        </p:nvSpPr>
        <p:spPr>
          <a:xfrm>
            <a:off x="426720" y="1450000"/>
            <a:ext cx="5480000" cy="2350000"/>
          </a:xfrm>
          <a:prstGeom prst="roundRect">
            <a:avLst>
              <a:gd name="adj" fmla="val 3000"/>
            </a:avLst>
          </a:prstGeom>
          <a:solidFill>
            <a:srgbClr val="F5F7FA"/>
          </a:solidFill>
          <a:ln w="12700">
            <a:noFill/>
          </a:ln>
          <a:effectLst>
            <a:outerShdw blurRad="127000" dist="38100" dir="8100000" algn="bl" rotWithShape="0">
              <a:srgbClr val="000000">
                <a:alpha val="10000"/>
              </a:srgbClr>
            </a:outerShdw>
          </a:effectLst>
        </p:spPr>
        <p:txBody>
          <a:bodyPr/>
          <a:lstStyle/>
          <a:p>
            <a:endParaRPr lang="en-US" dirty="0"/>
          </a:p>
        </p:txBody>
      </p:sp>
      <p:sp>
        <p:nvSpPr>
          <p:cNvPr id="11" name="Card1Num"/>
          <p:cNvSpPr/>
          <p:nvPr/>
        </p:nvSpPr>
        <p:spPr>
          <a:xfrm>
            <a:off x="609600" y="1520000"/>
            <a:ext cx="900000" cy="550000"/>
          </a:xfrm>
          <a:prstGeom prst="rect">
            <a:avLst/>
          </a:prstGeom>
          <a:noFill/>
          <a:ln/>
        </p:spPr>
        <p:txBody>
          <a:bodyPr wrap="square" rtlCol="0" anchor="ctr"/>
          <a:lstStyle/>
          <a:p>
            <a:r>
              <a:rPr lang="en-US" sz="3600" b="1">
                <a:solidFill>
                  <a:srgbClr val="1A2744"/>
                </a:solidFill>
                <a:latin typeface="Calibri"/>
              </a:rPr>
              <a:t>01</a:t>
            </a:r>
          </a:p>
        </p:txBody>
      </p:sp>
      <p:sp>
        <p:nvSpPr>
          <p:cNvPr id="12" name="Card1Div"/>
          <p:cNvSpPr/>
          <p:nvPr/>
        </p:nvSpPr>
        <p:spPr>
          <a:xfrm>
            <a:off x="609600" y="2100000"/>
            <a:ext cx="2316480" cy="0"/>
          </a:xfrm>
          <a:prstGeom prst="line">
            <a:avLst/>
          </a:prstGeom>
          <a:noFill/>
          <a:ln w="6350">
            <a:solidFill>
              <a:srgbClr val="C8964A"/>
            </a:solidFill>
            <a:prstDash val="solid"/>
          </a:ln>
        </p:spPr>
        <p:txBody>
          <a:bodyPr/>
          <a:lstStyle/>
          <a:p>
            <a:endParaRPr lang="en-US" dirty="0"/>
          </a:p>
        </p:txBody>
      </p:sp>
      <p:sp>
        <p:nvSpPr>
          <p:cNvPr id="13" name="Card1Title"/>
          <p:cNvSpPr/>
          <p:nvPr/>
        </p:nvSpPr>
        <p:spPr>
          <a:xfrm>
            <a:off x="609600" y="2170000"/>
            <a:ext cx="5100000" cy="450000"/>
          </a:xfrm>
          <a:prstGeom prst="rect">
            <a:avLst/>
          </a:prstGeom>
          <a:noFill/>
          <a:ln/>
        </p:spPr>
        <p:txBody>
          <a:bodyPr wrap="square" rtlCol="0" anchor="ctr"/>
          <a:lstStyle/>
          <a:p>
            <a:r>
              <a:rPr lang="en-US" sz="1800" b="1" dirty="0">
                <a:solidFill>
                  <a:srgbClr val="C8964A"/>
                </a:solidFill>
                <a:latin typeface="Calibri"/>
              </a:rPr>
              <a:t>Choice of Interaction</a:t>
            </a:r>
          </a:p>
        </p:txBody>
      </p:sp>
      <p:sp>
        <p:nvSpPr>
          <p:cNvPr id="14" name="Card1Desc"/>
          <p:cNvSpPr/>
          <p:nvPr/>
        </p:nvSpPr>
        <p:spPr>
          <a:xfrm>
            <a:off x="609600" y="2620000"/>
            <a:ext cx="5100000" cy="1050000"/>
          </a:xfrm>
          <a:prstGeom prst="rect">
            <a:avLst/>
          </a:prstGeom>
          <a:noFill/>
          <a:ln/>
        </p:spPr>
        <p:txBody>
          <a:bodyPr wrap="square" rtlCol="0" anchor="t"/>
          <a:lstStyle/>
          <a:p>
            <a:r>
              <a:rPr lang="en-US" sz="1400" dirty="0">
                <a:solidFill>
                  <a:srgbClr val="1A2744"/>
                </a:solidFill>
                <a:latin typeface="Calibri"/>
              </a:rPr>
              <a:t>Applicants want the choice as to how to buy. We deliver that, with support when needed.</a:t>
            </a:r>
          </a:p>
        </p:txBody>
      </p:sp>
      <p:sp>
        <p:nvSpPr>
          <p:cNvPr id="20" name="Card2Bg"/>
          <p:cNvSpPr/>
          <p:nvPr/>
        </p:nvSpPr>
        <p:spPr>
          <a:xfrm>
            <a:off x="6285280" y="1450000"/>
            <a:ext cx="5480000" cy="2350000"/>
          </a:xfrm>
          <a:prstGeom prst="roundRect">
            <a:avLst>
              <a:gd name="adj" fmla="val 3000"/>
            </a:avLst>
          </a:prstGeom>
          <a:solidFill>
            <a:srgbClr val="F5F7FA"/>
          </a:solidFill>
          <a:ln w="12700">
            <a:noFill/>
          </a:ln>
          <a:effectLst>
            <a:outerShdw blurRad="127000" dist="38100" dir="8100000" algn="bl" rotWithShape="0">
              <a:srgbClr val="000000">
                <a:alpha val="10000"/>
              </a:srgbClr>
            </a:outerShdw>
          </a:effectLst>
        </p:spPr>
        <p:txBody>
          <a:bodyPr/>
          <a:lstStyle/>
          <a:p>
            <a:endParaRPr lang="en-US" dirty="0"/>
          </a:p>
        </p:txBody>
      </p:sp>
      <p:sp>
        <p:nvSpPr>
          <p:cNvPr id="21" name="Card2Num"/>
          <p:cNvSpPr/>
          <p:nvPr/>
        </p:nvSpPr>
        <p:spPr>
          <a:xfrm>
            <a:off x="6468160" y="1520000"/>
            <a:ext cx="900000" cy="550000"/>
          </a:xfrm>
          <a:prstGeom prst="rect">
            <a:avLst/>
          </a:prstGeom>
          <a:noFill/>
          <a:ln/>
        </p:spPr>
        <p:txBody>
          <a:bodyPr wrap="square" rtlCol="0" anchor="ctr"/>
          <a:lstStyle/>
          <a:p>
            <a:r>
              <a:rPr lang="en-US" sz="3600" b="1">
                <a:solidFill>
                  <a:srgbClr val="1A2744"/>
                </a:solidFill>
                <a:latin typeface="Calibri"/>
              </a:rPr>
              <a:t>02</a:t>
            </a:r>
          </a:p>
        </p:txBody>
      </p:sp>
      <p:sp>
        <p:nvSpPr>
          <p:cNvPr id="22" name="Card2Div"/>
          <p:cNvSpPr/>
          <p:nvPr/>
        </p:nvSpPr>
        <p:spPr>
          <a:xfrm>
            <a:off x="6468160" y="2100000"/>
            <a:ext cx="2316480" cy="0"/>
          </a:xfrm>
          <a:prstGeom prst="line">
            <a:avLst/>
          </a:prstGeom>
          <a:noFill/>
          <a:ln w="6350">
            <a:solidFill>
              <a:srgbClr val="C8964A"/>
            </a:solidFill>
            <a:prstDash val="solid"/>
          </a:ln>
        </p:spPr>
        <p:txBody>
          <a:bodyPr/>
          <a:lstStyle/>
          <a:p>
            <a:endParaRPr lang="en-US"/>
          </a:p>
        </p:txBody>
      </p:sp>
      <p:sp>
        <p:nvSpPr>
          <p:cNvPr id="23" name="Card2Title"/>
          <p:cNvSpPr/>
          <p:nvPr/>
        </p:nvSpPr>
        <p:spPr>
          <a:xfrm>
            <a:off x="6468160" y="2170000"/>
            <a:ext cx="5100000" cy="450000"/>
          </a:xfrm>
          <a:prstGeom prst="rect">
            <a:avLst/>
          </a:prstGeom>
          <a:noFill/>
          <a:ln/>
        </p:spPr>
        <p:txBody>
          <a:bodyPr wrap="square" rtlCol="0" anchor="ctr"/>
          <a:lstStyle/>
          <a:p>
            <a:r>
              <a:rPr lang="en-US" sz="1800" b="1" dirty="0">
                <a:solidFill>
                  <a:srgbClr val="C8964A"/>
                </a:solidFill>
                <a:latin typeface="Calibri"/>
              </a:rPr>
              <a:t>Issued in Minutes</a:t>
            </a:r>
          </a:p>
        </p:txBody>
      </p:sp>
      <p:sp>
        <p:nvSpPr>
          <p:cNvPr id="24" name="Card2Desc"/>
          <p:cNvSpPr/>
          <p:nvPr/>
        </p:nvSpPr>
        <p:spPr>
          <a:xfrm>
            <a:off x="6468160" y="2620000"/>
            <a:ext cx="5100000" cy="1050000"/>
          </a:xfrm>
          <a:prstGeom prst="rect">
            <a:avLst/>
          </a:prstGeom>
          <a:noFill/>
          <a:ln/>
        </p:spPr>
        <p:txBody>
          <a:bodyPr wrap="square" rtlCol="0" anchor="t"/>
          <a:lstStyle/>
          <a:p>
            <a:r>
              <a:rPr lang="en-US" sz="1400" dirty="0">
                <a:solidFill>
                  <a:srgbClr val="1A2744"/>
                </a:solidFill>
                <a:latin typeface="Calibri"/>
              </a:rPr>
              <a:t>The idea of waiting days, weeks or even months for a policy to be issued is century-old thinking. Today’s modern consumer expects better.</a:t>
            </a:r>
          </a:p>
        </p:txBody>
      </p:sp>
      <p:sp>
        <p:nvSpPr>
          <p:cNvPr id="30" name="Card3Bg"/>
          <p:cNvSpPr/>
          <p:nvPr/>
        </p:nvSpPr>
        <p:spPr>
          <a:xfrm>
            <a:off x="426720" y="3960000"/>
            <a:ext cx="5480000" cy="2350000"/>
          </a:xfrm>
          <a:prstGeom prst="roundRect">
            <a:avLst>
              <a:gd name="adj" fmla="val 3000"/>
            </a:avLst>
          </a:prstGeom>
          <a:solidFill>
            <a:srgbClr val="F5F7FA"/>
          </a:solidFill>
          <a:ln w="12700">
            <a:noFill/>
          </a:ln>
          <a:effectLst>
            <a:outerShdw blurRad="127000" dist="38100" dir="8100000" algn="bl" rotWithShape="0">
              <a:srgbClr val="000000">
                <a:alpha val="10000"/>
              </a:srgbClr>
            </a:outerShdw>
          </a:effectLst>
        </p:spPr>
        <p:txBody>
          <a:bodyPr/>
          <a:lstStyle/>
          <a:p>
            <a:endParaRPr lang="en-US" dirty="0"/>
          </a:p>
        </p:txBody>
      </p:sp>
      <p:sp>
        <p:nvSpPr>
          <p:cNvPr id="31" name="Card3Num"/>
          <p:cNvSpPr/>
          <p:nvPr/>
        </p:nvSpPr>
        <p:spPr>
          <a:xfrm>
            <a:off x="609600" y="4030000"/>
            <a:ext cx="900000" cy="550000"/>
          </a:xfrm>
          <a:prstGeom prst="rect">
            <a:avLst/>
          </a:prstGeom>
          <a:noFill/>
          <a:ln/>
        </p:spPr>
        <p:txBody>
          <a:bodyPr wrap="square" rtlCol="0" anchor="ctr"/>
          <a:lstStyle/>
          <a:p>
            <a:r>
              <a:rPr lang="en-US" sz="3600" b="1">
                <a:solidFill>
                  <a:srgbClr val="1A2744"/>
                </a:solidFill>
                <a:latin typeface="Calibri"/>
              </a:rPr>
              <a:t>03</a:t>
            </a:r>
          </a:p>
        </p:txBody>
      </p:sp>
      <p:sp>
        <p:nvSpPr>
          <p:cNvPr id="32" name="Card3Div"/>
          <p:cNvSpPr/>
          <p:nvPr/>
        </p:nvSpPr>
        <p:spPr>
          <a:xfrm>
            <a:off x="609600" y="4610000"/>
            <a:ext cx="2316480" cy="0"/>
          </a:xfrm>
          <a:prstGeom prst="line">
            <a:avLst/>
          </a:prstGeom>
          <a:noFill/>
          <a:ln w="6350">
            <a:solidFill>
              <a:srgbClr val="C8964A"/>
            </a:solidFill>
            <a:prstDash val="solid"/>
          </a:ln>
        </p:spPr>
        <p:txBody>
          <a:bodyPr/>
          <a:lstStyle/>
          <a:p>
            <a:endParaRPr lang="en-US" dirty="0"/>
          </a:p>
        </p:txBody>
      </p:sp>
      <p:sp>
        <p:nvSpPr>
          <p:cNvPr id="33" name="Card3Title"/>
          <p:cNvSpPr/>
          <p:nvPr/>
        </p:nvSpPr>
        <p:spPr>
          <a:xfrm>
            <a:off x="609600" y="4680000"/>
            <a:ext cx="5100000" cy="450000"/>
          </a:xfrm>
          <a:prstGeom prst="rect">
            <a:avLst/>
          </a:prstGeom>
          <a:noFill/>
          <a:ln/>
        </p:spPr>
        <p:txBody>
          <a:bodyPr wrap="square" rtlCol="0" anchor="ctr"/>
          <a:lstStyle/>
          <a:p>
            <a:r>
              <a:rPr lang="en-US" sz="1800" b="1" dirty="0">
                <a:solidFill>
                  <a:srgbClr val="C8964A"/>
                </a:solidFill>
                <a:latin typeface="Calibri"/>
              </a:rPr>
              <a:t>Fully Underwritten</a:t>
            </a:r>
          </a:p>
        </p:txBody>
      </p:sp>
      <p:sp>
        <p:nvSpPr>
          <p:cNvPr id="34" name="Card3Desc"/>
          <p:cNvSpPr/>
          <p:nvPr/>
        </p:nvSpPr>
        <p:spPr>
          <a:xfrm>
            <a:off x="609600" y="5130000"/>
            <a:ext cx="5100000" cy="1050000"/>
          </a:xfrm>
          <a:prstGeom prst="rect">
            <a:avLst/>
          </a:prstGeom>
          <a:noFill/>
          <a:ln/>
        </p:spPr>
        <p:txBody>
          <a:bodyPr wrap="square" rtlCol="0" anchor="t"/>
          <a:lstStyle/>
          <a:p>
            <a:r>
              <a:rPr lang="en-US" sz="1400">
                <a:solidFill>
                  <a:srgbClr val="1A2744"/>
                </a:solidFill>
                <a:latin typeface="Calibri"/>
              </a:rPr>
              <a:t>Underwriting ensures the applicant gets the best possible price based on their health, not a pool of sub-standard lives.</a:t>
            </a:r>
          </a:p>
        </p:txBody>
      </p:sp>
      <p:sp>
        <p:nvSpPr>
          <p:cNvPr id="40" name="Card4Bg"/>
          <p:cNvSpPr/>
          <p:nvPr/>
        </p:nvSpPr>
        <p:spPr>
          <a:xfrm>
            <a:off x="6285280" y="3960000"/>
            <a:ext cx="5480000" cy="2350000"/>
          </a:xfrm>
          <a:prstGeom prst="roundRect">
            <a:avLst>
              <a:gd name="adj" fmla="val 3000"/>
            </a:avLst>
          </a:prstGeom>
          <a:solidFill>
            <a:srgbClr val="F5F7FA"/>
          </a:solidFill>
          <a:ln w="12700">
            <a:noFill/>
          </a:ln>
          <a:effectLst>
            <a:outerShdw blurRad="127000" dist="38100" dir="8100000" algn="bl" rotWithShape="0">
              <a:srgbClr val="000000">
                <a:alpha val="10000"/>
              </a:srgbClr>
            </a:outerShdw>
          </a:effectLst>
        </p:spPr>
        <p:txBody>
          <a:bodyPr/>
          <a:lstStyle/>
          <a:p>
            <a:endParaRPr lang="en-US"/>
          </a:p>
        </p:txBody>
      </p:sp>
      <p:sp>
        <p:nvSpPr>
          <p:cNvPr id="41" name="Card4Num"/>
          <p:cNvSpPr/>
          <p:nvPr/>
        </p:nvSpPr>
        <p:spPr>
          <a:xfrm>
            <a:off x="6468160" y="4030000"/>
            <a:ext cx="900000" cy="550000"/>
          </a:xfrm>
          <a:prstGeom prst="rect">
            <a:avLst/>
          </a:prstGeom>
          <a:noFill/>
          <a:ln/>
        </p:spPr>
        <p:txBody>
          <a:bodyPr wrap="square" rtlCol="0" anchor="ctr"/>
          <a:lstStyle/>
          <a:p>
            <a:r>
              <a:rPr lang="en-US" sz="3600" b="1">
                <a:solidFill>
                  <a:srgbClr val="1A2744"/>
                </a:solidFill>
                <a:latin typeface="Calibri"/>
              </a:rPr>
              <a:t>04</a:t>
            </a:r>
          </a:p>
        </p:txBody>
      </p:sp>
      <p:sp>
        <p:nvSpPr>
          <p:cNvPr id="42" name="Card4Div"/>
          <p:cNvSpPr/>
          <p:nvPr/>
        </p:nvSpPr>
        <p:spPr>
          <a:xfrm>
            <a:off x="6468160" y="4610000"/>
            <a:ext cx="2316480" cy="0"/>
          </a:xfrm>
          <a:prstGeom prst="line">
            <a:avLst/>
          </a:prstGeom>
          <a:noFill/>
          <a:ln w="6350">
            <a:solidFill>
              <a:srgbClr val="C8964A"/>
            </a:solidFill>
            <a:prstDash val="solid"/>
          </a:ln>
        </p:spPr>
        <p:txBody>
          <a:bodyPr/>
          <a:lstStyle/>
          <a:p>
            <a:endParaRPr lang="en-US"/>
          </a:p>
        </p:txBody>
      </p:sp>
      <p:sp>
        <p:nvSpPr>
          <p:cNvPr id="43" name="Card4Title"/>
          <p:cNvSpPr/>
          <p:nvPr/>
        </p:nvSpPr>
        <p:spPr>
          <a:xfrm>
            <a:off x="6468160" y="4680000"/>
            <a:ext cx="5100000" cy="450000"/>
          </a:xfrm>
          <a:prstGeom prst="rect">
            <a:avLst/>
          </a:prstGeom>
          <a:noFill/>
          <a:ln/>
        </p:spPr>
        <p:txBody>
          <a:bodyPr wrap="square" rtlCol="0" anchor="ctr"/>
          <a:lstStyle/>
          <a:p>
            <a:r>
              <a:rPr lang="en-US" sz="1800" b="1" dirty="0">
                <a:solidFill>
                  <a:srgbClr val="C8964A"/>
                </a:solidFill>
                <a:latin typeface="Calibri"/>
              </a:rPr>
              <a:t>Empowered Decision Making</a:t>
            </a:r>
          </a:p>
        </p:txBody>
      </p:sp>
      <p:sp>
        <p:nvSpPr>
          <p:cNvPr id="44" name="Card4Desc"/>
          <p:cNvSpPr/>
          <p:nvPr/>
        </p:nvSpPr>
        <p:spPr>
          <a:xfrm>
            <a:off x="6468160" y="5130000"/>
            <a:ext cx="5100000" cy="1050000"/>
          </a:xfrm>
          <a:prstGeom prst="rect">
            <a:avLst/>
          </a:prstGeom>
          <a:noFill/>
          <a:ln/>
        </p:spPr>
        <p:txBody>
          <a:bodyPr wrap="square" rtlCol="0" anchor="t"/>
          <a:lstStyle/>
          <a:p>
            <a:r>
              <a:rPr lang="en-US" sz="1400">
                <a:solidFill>
                  <a:srgbClr val="1A2744"/>
                </a:solidFill>
                <a:latin typeface="Calibri"/>
              </a:rPr>
              <a:t>Our optional Needs Analysis tool presents the customer with a range of options and the associated cost of each. The customer feels they are in control of the process as they have the information they need to make an informed decision.</a:t>
            </a:r>
          </a:p>
        </p:txBody>
      </p:sp>
      <p:sp>
        <p:nvSpPr>
          <p:cNvPr id="51" name="FooterText"/>
          <p:cNvSpPr/>
          <p:nvPr/>
        </p:nvSpPr>
        <p:spPr>
          <a:xfrm>
            <a:off x="365760" y="6534912"/>
            <a:ext cx="11460480" cy="304800"/>
          </a:xfrm>
          <a:prstGeom prst="rect">
            <a:avLst/>
          </a:prstGeom>
          <a:noFill/>
          <a:ln/>
        </p:spPr>
        <p:txBody>
          <a:bodyPr wrap="square" rtlCol="0" anchor="ctr"/>
          <a:lstStyle/>
          <a:p>
            <a:pPr algn="ctr"/>
            <a:r>
              <a:rPr lang="en-US" sz="1200">
                <a:solidFill>
                  <a:srgbClr val="FFFFFF"/>
                </a:solidFill>
                <a:latin typeface="Calibri" pitchFamily="34" charset="0"/>
              </a:rPr>
              <a:t>amoreinsurance.info  |  Powered by RiskDx</a:t>
            </a:r>
          </a:p>
        </p:txBody>
      </p:sp>
      <p:pic>
        <p:nvPicPr>
          <p:cNvPr id="60" name="Logo"/>
          <p:cNvPicPr>
            <a:picLocks noChangeAspect="1"/>
          </p:cNvPicPr>
          <p:nvPr/>
        </p:nvPicPr>
        <p:blipFill>
          <a:blip r:embed="rId2"/>
          <a:stretch>
            <a:fillRect/>
          </a:stretch>
        </p:blipFill>
        <p:spPr>
          <a:xfrm>
            <a:off x="10431780" y="307396"/>
            <a:ext cx="1333500" cy="3714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Cat"/>
          <p:cNvSpPr/>
          <p:nvPr/>
        </p:nvSpPr>
        <p:spPr>
          <a:xfrm>
            <a:off x="341376" y="85344"/>
            <a:ext cx="8534400" cy="365760"/>
          </a:xfrm>
          <a:prstGeom prst="rect">
            <a:avLst/>
          </a:prstGeom>
          <a:noFill/>
          <a:ln/>
        </p:spPr>
        <p:txBody>
          <a:bodyPr wrap="square" rtlCol="0" anchor="ctr"/>
          <a:lstStyle/>
          <a:p>
            <a:r>
              <a:rPr lang="en-US" sz="1600" b="1" kern="0" spc="500">
                <a:solidFill>
                  <a:srgbClr val="FFFFFF"/>
                </a:solidFill>
                <a:latin typeface="Calibri"/>
              </a:rPr>
              <a:t>BENEFITS</a:t>
            </a:r>
          </a:p>
        </p:txBody>
      </p:sp>
      <p:sp>
        <p:nvSpPr>
          <p:cNvPr id="5" name="Title"/>
          <p:cNvSpPr/>
          <p:nvPr/>
        </p:nvSpPr>
        <p:spPr>
          <a:xfrm>
            <a:off x="560000" y="548640"/>
            <a:ext cx="9144000" cy="731520"/>
          </a:xfrm>
          <a:prstGeom prst="rect">
            <a:avLst/>
          </a:prstGeom>
          <a:noFill/>
          <a:ln/>
        </p:spPr>
        <p:txBody>
          <a:bodyPr wrap="square" rtlCol="0" anchor="ctr"/>
          <a:lstStyle/>
          <a:p>
            <a:r>
              <a:rPr lang="en-US" sz="3600" b="1" dirty="0">
                <a:solidFill>
                  <a:srgbClr val="1A2744"/>
                </a:solidFill>
                <a:latin typeface="Calibri" pitchFamily="34" charset="0"/>
                <a:ea typeface="Calibri" pitchFamily="34" charset="-122"/>
                <a:cs typeface="Calibri" pitchFamily="34" charset="-120"/>
              </a:rPr>
              <a:t>Advisor Benefits</a:t>
            </a:r>
            <a:endParaRPr lang="en-US" sz="3600" b="1" dirty="0">
              <a:solidFill>
                <a:srgbClr val="1A2744"/>
              </a:solidFill>
              <a:latin typeface="Calibri"/>
            </a:endParaRPr>
          </a:p>
        </p:txBody>
      </p:sp>
      <p:sp>
        <p:nvSpPr>
          <p:cNvPr id="10" name="C1Bg"/>
          <p:cNvSpPr/>
          <p:nvPr/>
        </p:nvSpPr>
        <p:spPr>
          <a:xfrm>
            <a:off x="426720" y="1450000"/>
            <a:ext cx="3600000" cy="2100000"/>
          </a:xfrm>
          <a:prstGeom prst="roundRect">
            <a:avLst>
              <a:gd name="adj" fmla="val 3000"/>
            </a:avLst>
          </a:prstGeom>
          <a:solidFill>
            <a:srgbClr val="F5F7FA"/>
          </a:solidFill>
          <a:ln w="12700">
            <a:noFill/>
          </a:ln>
          <a:effectLst>
            <a:outerShdw blurRad="127000" dist="38100" dir="8100000" algn="bl" rotWithShape="0">
              <a:srgbClr val="000000">
                <a:alpha val="10000"/>
              </a:srgbClr>
            </a:outerShdw>
          </a:effectLst>
        </p:spPr>
        <p:txBody>
          <a:bodyPr/>
          <a:lstStyle/>
          <a:p>
            <a:endParaRPr lang="en-US" dirty="0"/>
          </a:p>
        </p:txBody>
      </p:sp>
      <p:sp>
        <p:nvSpPr>
          <p:cNvPr id="11" name="C1Num"/>
          <p:cNvSpPr/>
          <p:nvPr/>
        </p:nvSpPr>
        <p:spPr>
          <a:xfrm>
            <a:off x="560000" y="1510000"/>
            <a:ext cx="700000" cy="450000"/>
          </a:xfrm>
          <a:prstGeom prst="rect">
            <a:avLst/>
          </a:prstGeom>
          <a:noFill/>
          <a:ln/>
        </p:spPr>
        <p:txBody>
          <a:bodyPr wrap="square" rtlCol="0" anchor="ctr"/>
          <a:lstStyle/>
          <a:p>
            <a:r>
              <a:rPr lang="en-US" sz="3200" b="1">
                <a:solidFill>
                  <a:srgbClr val="1A2744"/>
                </a:solidFill>
                <a:latin typeface="Calibri"/>
              </a:rPr>
              <a:t>01</a:t>
            </a:r>
          </a:p>
        </p:txBody>
      </p:sp>
      <p:sp>
        <p:nvSpPr>
          <p:cNvPr id="12" name="C1Div"/>
          <p:cNvSpPr/>
          <p:nvPr/>
        </p:nvSpPr>
        <p:spPr>
          <a:xfrm>
            <a:off x="560000" y="1990000"/>
            <a:ext cx="1800000" cy="0"/>
          </a:xfrm>
          <a:prstGeom prst="line">
            <a:avLst/>
          </a:prstGeom>
          <a:noFill/>
          <a:ln w="6350">
            <a:solidFill>
              <a:srgbClr val="C8964A"/>
            </a:solidFill>
            <a:prstDash val="solid"/>
          </a:ln>
        </p:spPr>
        <p:txBody>
          <a:bodyPr/>
          <a:lstStyle/>
          <a:p>
            <a:endParaRPr lang="en-US"/>
          </a:p>
        </p:txBody>
      </p:sp>
      <p:sp>
        <p:nvSpPr>
          <p:cNvPr id="13" name="C1Title"/>
          <p:cNvSpPr/>
          <p:nvPr/>
        </p:nvSpPr>
        <p:spPr>
          <a:xfrm>
            <a:off x="560000" y="2050000"/>
            <a:ext cx="3300000" cy="400000"/>
          </a:xfrm>
          <a:prstGeom prst="rect">
            <a:avLst/>
          </a:prstGeom>
          <a:noFill/>
          <a:ln/>
        </p:spPr>
        <p:txBody>
          <a:bodyPr wrap="square" rtlCol="0" anchor="ctr"/>
          <a:lstStyle/>
          <a:p>
            <a:r>
              <a:rPr lang="en-US" sz="1600" b="1" dirty="0">
                <a:solidFill>
                  <a:srgbClr val="C8964A"/>
                </a:solidFill>
                <a:latin typeface="Calibri"/>
              </a:rPr>
              <a:t>Customizable Process</a:t>
            </a:r>
          </a:p>
        </p:txBody>
      </p:sp>
      <p:sp>
        <p:nvSpPr>
          <p:cNvPr id="14" name="C1Desc"/>
          <p:cNvSpPr/>
          <p:nvPr/>
        </p:nvSpPr>
        <p:spPr>
          <a:xfrm>
            <a:off x="560000" y="2450000"/>
            <a:ext cx="3300000" cy="980000"/>
          </a:xfrm>
          <a:prstGeom prst="rect">
            <a:avLst/>
          </a:prstGeom>
          <a:noFill/>
          <a:ln/>
        </p:spPr>
        <p:txBody>
          <a:bodyPr wrap="square" rtlCol="0" anchor="t"/>
          <a:lstStyle/>
          <a:p>
            <a:r>
              <a:rPr lang="en-US" sz="1300" dirty="0">
                <a:solidFill>
                  <a:srgbClr val="1A2744"/>
                </a:solidFill>
                <a:latin typeface="Calibri"/>
              </a:rPr>
              <a:t>The advisor defines the sales process that suits their market.</a:t>
            </a:r>
          </a:p>
        </p:txBody>
      </p:sp>
      <p:sp>
        <p:nvSpPr>
          <p:cNvPr id="20" name="C2Bg"/>
          <p:cNvSpPr/>
          <p:nvPr/>
        </p:nvSpPr>
        <p:spPr>
          <a:xfrm>
            <a:off x="4196720" y="1450000"/>
            <a:ext cx="3600000" cy="2100000"/>
          </a:xfrm>
          <a:prstGeom prst="roundRect">
            <a:avLst>
              <a:gd name="adj" fmla="val 3000"/>
            </a:avLst>
          </a:prstGeom>
          <a:solidFill>
            <a:srgbClr val="F5F7FA"/>
          </a:solidFill>
          <a:ln w="12700">
            <a:noFill/>
          </a:ln>
          <a:effectLst>
            <a:outerShdw blurRad="127000" dist="38100" dir="8100000" algn="bl" rotWithShape="0">
              <a:srgbClr val="000000">
                <a:alpha val="10000"/>
              </a:srgbClr>
            </a:outerShdw>
          </a:effectLst>
        </p:spPr>
        <p:txBody>
          <a:bodyPr/>
          <a:lstStyle/>
          <a:p>
            <a:endParaRPr lang="en-US"/>
          </a:p>
        </p:txBody>
      </p:sp>
      <p:sp>
        <p:nvSpPr>
          <p:cNvPr id="21" name="C2Num"/>
          <p:cNvSpPr/>
          <p:nvPr/>
        </p:nvSpPr>
        <p:spPr>
          <a:xfrm>
            <a:off x="4330000" y="1510000"/>
            <a:ext cx="700000" cy="450000"/>
          </a:xfrm>
          <a:prstGeom prst="rect">
            <a:avLst/>
          </a:prstGeom>
          <a:noFill/>
          <a:ln/>
        </p:spPr>
        <p:txBody>
          <a:bodyPr wrap="square" rtlCol="0" anchor="ctr"/>
          <a:lstStyle/>
          <a:p>
            <a:r>
              <a:rPr lang="en-US" sz="3200" b="1">
                <a:solidFill>
                  <a:srgbClr val="1A2744"/>
                </a:solidFill>
                <a:latin typeface="Calibri"/>
              </a:rPr>
              <a:t>02</a:t>
            </a:r>
          </a:p>
        </p:txBody>
      </p:sp>
      <p:sp>
        <p:nvSpPr>
          <p:cNvPr id="22" name="C2Div"/>
          <p:cNvSpPr/>
          <p:nvPr/>
        </p:nvSpPr>
        <p:spPr>
          <a:xfrm>
            <a:off x="4330000" y="1990000"/>
            <a:ext cx="1800000" cy="0"/>
          </a:xfrm>
          <a:prstGeom prst="line">
            <a:avLst/>
          </a:prstGeom>
          <a:noFill/>
          <a:ln w="6350">
            <a:solidFill>
              <a:srgbClr val="C8964A"/>
            </a:solidFill>
            <a:prstDash val="solid"/>
          </a:ln>
        </p:spPr>
        <p:txBody>
          <a:bodyPr/>
          <a:lstStyle/>
          <a:p>
            <a:endParaRPr lang="en-US"/>
          </a:p>
        </p:txBody>
      </p:sp>
      <p:sp>
        <p:nvSpPr>
          <p:cNvPr id="23" name="C2Title"/>
          <p:cNvSpPr/>
          <p:nvPr/>
        </p:nvSpPr>
        <p:spPr>
          <a:xfrm>
            <a:off x="4330000" y="2050000"/>
            <a:ext cx="3300000" cy="400000"/>
          </a:xfrm>
          <a:prstGeom prst="rect">
            <a:avLst/>
          </a:prstGeom>
          <a:noFill/>
          <a:ln/>
        </p:spPr>
        <p:txBody>
          <a:bodyPr wrap="square" rtlCol="0" anchor="ctr"/>
          <a:lstStyle/>
          <a:p>
            <a:r>
              <a:rPr lang="en-US" sz="1600" b="1" dirty="0">
                <a:solidFill>
                  <a:srgbClr val="C8964A"/>
                </a:solidFill>
                <a:latin typeface="Calibri"/>
              </a:rPr>
              <a:t>Personal Landing Page</a:t>
            </a:r>
          </a:p>
        </p:txBody>
      </p:sp>
      <p:sp>
        <p:nvSpPr>
          <p:cNvPr id="24" name="C2Desc"/>
          <p:cNvSpPr/>
          <p:nvPr/>
        </p:nvSpPr>
        <p:spPr>
          <a:xfrm>
            <a:off x="4330000" y="2450000"/>
            <a:ext cx="3300000" cy="980000"/>
          </a:xfrm>
          <a:prstGeom prst="rect">
            <a:avLst/>
          </a:prstGeom>
          <a:noFill/>
          <a:ln/>
        </p:spPr>
        <p:txBody>
          <a:bodyPr wrap="square" rtlCol="0" anchor="t"/>
          <a:lstStyle/>
          <a:p>
            <a:r>
              <a:rPr lang="en-US" sz="1300">
                <a:solidFill>
                  <a:srgbClr val="1A2744"/>
                </a:solidFill>
                <a:latin typeface="Calibri"/>
              </a:rPr>
              <a:t>The advisor has their own personal landing page reflecting who they are.</a:t>
            </a:r>
          </a:p>
        </p:txBody>
      </p:sp>
      <p:sp>
        <p:nvSpPr>
          <p:cNvPr id="30" name="C3Bg"/>
          <p:cNvSpPr/>
          <p:nvPr/>
        </p:nvSpPr>
        <p:spPr>
          <a:xfrm>
            <a:off x="7966720" y="1450000"/>
            <a:ext cx="3600000" cy="2100000"/>
          </a:xfrm>
          <a:prstGeom prst="roundRect">
            <a:avLst>
              <a:gd name="adj" fmla="val 3000"/>
            </a:avLst>
          </a:prstGeom>
          <a:solidFill>
            <a:srgbClr val="F5F7FA"/>
          </a:solidFill>
          <a:ln w="12700">
            <a:noFill/>
          </a:ln>
          <a:effectLst>
            <a:outerShdw blurRad="127000" dist="38100" dir="8100000" algn="bl" rotWithShape="0">
              <a:srgbClr val="000000">
                <a:alpha val="10000"/>
              </a:srgbClr>
            </a:outerShdw>
          </a:effectLst>
        </p:spPr>
        <p:txBody>
          <a:bodyPr/>
          <a:lstStyle/>
          <a:p>
            <a:endParaRPr lang="en-US"/>
          </a:p>
        </p:txBody>
      </p:sp>
      <p:sp>
        <p:nvSpPr>
          <p:cNvPr id="31" name="C3Num"/>
          <p:cNvSpPr/>
          <p:nvPr/>
        </p:nvSpPr>
        <p:spPr>
          <a:xfrm>
            <a:off x="8100000" y="1510000"/>
            <a:ext cx="700000" cy="450000"/>
          </a:xfrm>
          <a:prstGeom prst="rect">
            <a:avLst/>
          </a:prstGeom>
          <a:noFill/>
          <a:ln/>
        </p:spPr>
        <p:txBody>
          <a:bodyPr wrap="square" rtlCol="0" anchor="ctr"/>
          <a:lstStyle/>
          <a:p>
            <a:r>
              <a:rPr lang="en-US" sz="3200" b="1">
                <a:solidFill>
                  <a:srgbClr val="1A2744"/>
                </a:solidFill>
                <a:latin typeface="Calibri"/>
              </a:rPr>
              <a:t>03</a:t>
            </a:r>
          </a:p>
        </p:txBody>
      </p:sp>
      <p:sp>
        <p:nvSpPr>
          <p:cNvPr id="32" name="C3Div"/>
          <p:cNvSpPr/>
          <p:nvPr/>
        </p:nvSpPr>
        <p:spPr>
          <a:xfrm>
            <a:off x="8100000" y="1990000"/>
            <a:ext cx="1800000" cy="0"/>
          </a:xfrm>
          <a:prstGeom prst="line">
            <a:avLst/>
          </a:prstGeom>
          <a:noFill/>
          <a:ln w="6350">
            <a:solidFill>
              <a:srgbClr val="C8964A"/>
            </a:solidFill>
            <a:prstDash val="solid"/>
          </a:ln>
        </p:spPr>
        <p:txBody>
          <a:bodyPr/>
          <a:lstStyle/>
          <a:p>
            <a:endParaRPr lang="en-US"/>
          </a:p>
        </p:txBody>
      </p:sp>
      <p:sp>
        <p:nvSpPr>
          <p:cNvPr id="33" name="C3Title"/>
          <p:cNvSpPr/>
          <p:nvPr/>
        </p:nvSpPr>
        <p:spPr>
          <a:xfrm>
            <a:off x="8100000" y="2050000"/>
            <a:ext cx="3300000" cy="400000"/>
          </a:xfrm>
          <a:prstGeom prst="rect">
            <a:avLst/>
          </a:prstGeom>
          <a:noFill/>
          <a:ln/>
        </p:spPr>
        <p:txBody>
          <a:bodyPr wrap="square" rtlCol="0" anchor="ctr"/>
          <a:lstStyle/>
          <a:p>
            <a:r>
              <a:rPr lang="en-US" sz="1600" b="1" dirty="0">
                <a:solidFill>
                  <a:srgbClr val="C8964A"/>
                </a:solidFill>
                <a:latin typeface="Calibri"/>
              </a:rPr>
              <a:t>Personal Sales Links</a:t>
            </a:r>
          </a:p>
        </p:txBody>
      </p:sp>
      <p:sp>
        <p:nvSpPr>
          <p:cNvPr id="34" name="C3Desc"/>
          <p:cNvSpPr/>
          <p:nvPr/>
        </p:nvSpPr>
        <p:spPr>
          <a:xfrm>
            <a:off x="8100000" y="2450000"/>
            <a:ext cx="3300000" cy="980000"/>
          </a:xfrm>
          <a:prstGeom prst="rect">
            <a:avLst/>
          </a:prstGeom>
          <a:noFill/>
          <a:ln/>
        </p:spPr>
        <p:txBody>
          <a:bodyPr wrap="square" rtlCol="0" anchor="t"/>
          <a:lstStyle/>
          <a:p>
            <a:r>
              <a:rPr lang="en-US" sz="1300">
                <a:solidFill>
                  <a:srgbClr val="1A2744"/>
                </a:solidFill>
                <a:latin typeface="Calibri"/>
              </a:rPr>
              <a:t>Advisors have their own personal sales links to share on social media or send directly to prospects.</a:t>
            </a:r>
          </a:p>
        </p:txBody>
      </p:sp>
      <p:sp>
        <p:nvSpPr>
          <p:cNvPr id="40" name="C4Bg"/>
          <p:cNvSpPr/>
          <p:nvPr/>
        </p:nvSpPr>
        <p:spPr>
          <a:xfrm>
            <a:off x="2411000" y="3720000"/>
            <a:ext cx="3600000" cy="2100000"/>
          </a:xfrm>
          <a:prstGeom prst="roundRect">
            <a:avLst>
              <a:gd name="adj" fmla="val 3000"/>
            </a:avLst>
          </a:prstGeom>
          <a:solidFill>
            <a:srgbClr val="F5F7FA"/>
          </a:solidFill>
          <a:ln w="12700">
            <a:noFill/>
          </a:ln>
          <a:effectLst>
            <a:outerShdw blurRad="127000" dist="38100" dir="8100000" algn="bl" rotWithShape="0">
              <a:srgbClr val="000000">
                <a:alpha val="10000"/>
              </a:srgbClr>
            </a:outerShdw>
          </a:effectLst>
        </p:spPr>
        <p:txBody>
          <a:bodyPr/>
          <a:lstStyle/>
          <a:p>
            <a:endParaRPr lang="en-US" dirty="0"/>
          </a:p>
        </p:txBody>
      </p:sp>
      <p:sp>
        <p:nvSpPr>
          <p:cNvPr id="41" name="C4Num"/>
          <p:cNvSpPr/>
          <p:nvPr/>
        </p:nvSpPr>
        <p:spPr>
          <a:xfrm>
            <a:off x="2544280" y="3780000"/>
            <a:ext cx="700000" cy="450000"/>
          </a:xfrm>
          <a:prstGeom prst="rect">
            <a:avLst/>
          </a:prstGeom>
          <a:noFill/>
          <a:ln/>
        </p:spPr>
        <p:txBody>
          <a:bodyPr wrap="square" rtlCol="0" anchor="ctr"/>
          <a:lstStyle/>
          <a:p>
            <a:r>
              <a:rPr lang="en-US" sz="3200" b="1">
                <a:solidFill>
                  <a:srgbClr val="1A2744"/>
                </a:solidFill>
                <a:latin typeface="Calibri"/>
              </a:rPr>
              <a:t>04</a:t>
            </a:r>
          </a:p>
        </p:txBody>
      </p:sp>
      <p:sp>
        <p:nvSpPr>
          <p:cNvPr id="42" name="C4Div"/>
          <p:cNvSpPr/>
          <p:nvPr/>
        </p:nvSpPr>
        <p:spPr>
          <a:xfrm>
            <a:off x="2544280" y="4260000"/>
            <a:ext cx="1800000" cy="0"/>
          </a:xfrm>
          <a:prstGeom prst="line">
            <a:avLst/>
          </a:prstGeom>
          <a:noFill/>
          <a:ln w="6350">
            <a:solidFill>
              <a:srgbClr val="C8964A"/>
            </a:solidFill>
            <a:prstDash val="solid"/>
          </a:ln>
        </p:spPr>
        <p:txBody>
          <a:bodyPr/>
          <a:lstStyle/>
          <a:p>
            <a:endParaRPr lang="en-US" dirty="0"/>
          </a:p>
        </p:txBody>
      </p:sp>
      <p:sp>
        <p:nvSpPr>
          <p:cNvPr id="43" name="C4Title"/>
          <p:cNvSpPr/>
          <p:nvPr/>
        </p:nvSpPr>
        <p:spPr>
          <a:xfrm>
            <a:off x="2544280" y="4320000"/>
            <a:ext cx="3300000" cy="400000"/>
          </a:xfrm>
          <a:prstGeom prst="rect">
            <a:avLst/>
          </a:prstGeom>
          <a:noFill/>
          <a:ln/>
        </p:spPr>
        <p:txBody>
          <a:bodyPr wrap="square" rtlCol="0" anchor="ctr"/>
          <a:lstStyle/>
          <a:p>
            <a:r>
              <a:rPr lang="en-US" sz="1600" b="1" dirty="0">
                <a:solidFill>
                  <a:srgbClr val="C8964A"/>
                </a:solidFill>
                <a:latin typeface="Calibri"/>
              </a:rPr>
              <a:t>Integrated Compliance</a:t>
            </a:r>
          </a:p>
        </p:txBody>
      </p:sp>
      <p:sp>
        <p:nvSpPr>
          <p:cNvPr id="44" name="C4Desc"/>
          <p:cNvSpPr/>
          <p:nvPr/>
        </p:nvSpPr>
        <p:spPr>
          <a:xfrm>
            <a:off x="2544280" y="4720000"/>
            <a:ext cx="3300000" cy="980000"/>
          </a:xfrm>
          <a:prstGeom prst="rect">
            <a:avLst/>
          </a:prstGeom>
          <a:noFill/>
          <a:ln/>
        </p:spPr>
        <p:txBody>
          <a:bodyPr wrap="square" rtlCol="0" anchor="t"/>
          <a:lstStyle/>
          <a:p>
            <a:r>
              <a:rPr lang="en-US" sz="1300">
                <a:solidFill>
                  <a:srgbClr val="1A2744"/>
                </a:solidFill>
                <a:latin typeface="Calibri"/>
              </a:rPr>
              <a:t>Compliance requirements, such as the Reason Why Letter, integrated into the sales process to simplify the process for advisors.</a:t>
            </a:r>
          </a:p>
        </p:txBody>
      </p:sp>
      <p:sp>
        <p:nvSpPr>
          <p:cNvPr id="50" name="C5Bg"/>
          <p:cNvSpPr/>
          <p:nvPr/>
        </p:nvSpPr>
        <p:spPr>
          <a:xfrm>
            <a:off x="6181000" y="3720000"/>
            <a:ext cx="3600000" cy="2100000"/>
          </a:xfrm>
          <a:prstGeom prst="roundRect">
            <a:avLst>
              <a:gd name="adj" fmla="val 3000"/>
            </a:avLst>
          </a:prstGeom>
          <a:solidFill>
            <a:srgbClr val="F5F7FA"/>
          </a:solidFill>
          <a:ln w="12700">
            <a:noFill/>
          </a:ln>
          <a:effectLst>
            <a:outerShdw blurRad="127000" dist="38100" dir="8100000" algn="bl" rotWithShape="0">
              <a:srgbClr val="000000">
                <a:alpha val="10000"/>
              </a:srgbClr>
            </a:outerShdw>
          </a:effectLst>
        </p:spPr>
        <p:txBody>
          <a:bodyPr/>
          <a:lstStyle/>
          <a:p>
            <a:endParaRPr lang="en-US"/>
          </a:p>
        </p:txBody>
      </p:sp>
      <p:sp>
        <p:nvSpPr>
          <p:cNvPr id="51" name="C5Num"/>
          <p:cNvSpPr/>
          <p:nvPr/>
        </p:nvSpPr>
        <p:spPr>
          <a:xfrm>
            <a:off x="6314280" y="3780000"/>
            <a:ext cx="700000" cy="450000"/>
          </a:xfrm>
          <a:prstGeom prst="rect">
            <a:avLst/>
          </a:prstGeom>
          <a:noFill/>
          <a:ln/>
        </p:spPr>
        <p:txBody>
          <a:bodyPr wrap="square" rtlCol="0" anchor="ctr"/>
          <a:lstStyle/>
          <a:p>
            <a:r>
              <a:rPr lang="en-US" sz="3200" b="1">
                <a:solidFill>
                  <a:srgbClr val="1A2744"/>
                </a:solidFill>
                <a:latin typeface="Calibri"/>
              </a:rPr>
              <a:t>05</a:t>
            </a:r>
          </a:p>
        </p:txBody>
      </p:sp>
      <p:sp>
        <p:nvSpPr>
          <p:cNvPr id="52" name="C5Div"/>
          <p:cNvSpPr/>
          <p:nvPr/>
        </p:nvSpPr>
        <p:spPr>
          <a:xfrm>
            <a:off x="6314280" y="4260000"/>
            <a:ext cx="1800000" cy="0"/>
          </a:xfrm>
          <a:prstGeom prst="line">
            <a:avLst/>
          </a:prstGeom>
          <a:noFill/>
          <a:ln w="6350">
            <a:solidFill>
              <a:srgbClr val="C8964A"/>
            </a:solidFill>
            <a:prstDash val="solid"/>
          </a:ln>
        </p:spPr>
        <p:txBody>
          <a:bodyPr/>
          <a:lstStyle/>
          <a:p>
            <a:endParaRPr lang="en-US"/>
          </a:p>
        </p:txBody>
      </p:sp>
      <p:sp>
        <p:nvSpPr>
          <p:cNvPr id="53" name="C5Title"/>
          <p:cNvSpPr/>
          <p:nvPr/>
        </p:nvSpPr>
        <p:spPr>
          <a:xfrm>
            <a:off x="6314280" y="4320000"/>
            <a:ext cx="3300000" cy="400000"/>
          </a:xfrm>
          <a:prstGeom prst="rect">
            <a:avLst/>
          </a:prstGeom>
          <a:noFill/>
          <a:ln/>
        </p:spPr>
        <p:txBody>
          <a:bodyPr wrap="square" rtlCol="0" anchor="ctr"/>
          <a:lstStyle/>
          <a:p>
            <a:r>
              <a:rPr lang="en-US" sz="1600" b="1" dirty="0">
                <a:solidFill>
                  <a:srgbClr val="C8964A"/>
                </a:solidFill>
                <a:latin typeface="Calibri"/>
              </a:rPr>
              <a:t>Immediate Decision</a:t>
            </a:r>
          </a:p>
        </p:txBody>
      </p:sp>
      <p:sp>
        <p:nvSpPr>
          <p:cNvPr id="54" name="C5Desc"/>
          <p:cNvSpPr/>
          <p:nvPr/>
        </p:nvSpPr>
        <p:spPr>
          <a:xfrm>
            <a:off x="6314280" y="4720000"/>
            <a:ext cx="3300000" cy="980000"/>
          </a:xfrm>
          <a:prstGeom prst="rect">
            <a:avLst/>
          </a:prstGeom>
          <a:noFill/>
          <a:ln/>
        </p:spPr>
        <p:txBody>
          <a:bodyPr wrap="square" rtlCol="0" anchor="t"/>
          <a:lstStyle/>
          <a:p>
            <a:r>
              <a:rPr lang="en-US" sz="1300">
                <a:solidFill>
                  <a:srgbClr val="1A2744"/>
                </a:solidFill>
                <a:latin typeface="Calibri"/>
              </a:rPr>
              <a:t>Advisors prefer the clarity of an instant decision, and it also means they get paid quicker.</a:t>
            </a:r>
          </a:p>
        </p:txBody>
      </p:sp>
      <p:sp>
        <p:nvSpPr>
          <p:cNvPr id="61" name="FooterText"/>
          <p:cNvSpPr/>
          <p:nvPr/>
        </p:nvSpPr>
        <p:spPr>
          <a:xfrm>
            <a:off x="365760" y="6534912"/>
            <a:ext cx="11460480" cy="304800"/>
          </a:xfrm>
          <a:prstGeom prst="rect">
            <a:avLst/>
          </a:prstGeom>
          <a:noFill/>
          <a:ln/>
        </p:spPr>
        <p:txBody>
          <a:bodyPr wrap="square" rtlCol="0" anchor="ctr"/>
          <a:lstStyle/>
          <a:p>
            <a:pPr algn="ctr"/>
            <a:r>
              <a:rPr lang="en-US" sz="1200">
                <a:solidFill>
                  <a:srgbClr val="FFFFFF"/>
                </a:solidFill>
                <a:latin typeface="Calibri" pitchFamily="34" charset="0"/>
              </a:rPr>
              <a:t>amoreinsurance.info  |  Powered by RiskDx</a:t>
            </a:r>
          </a:p>
        </p:txBody>
      </p:sp>
      <p:pic>
        <p:nvPicPr>
          <p:cNvPr id="70" name="Logo"/>
          <p:cNvPicPr>
            <a:picLocks noChangeAspect="1"/>
          </p:cNvPicPr>
          <p:nvPr/>
        </p:nvPicPr>
        <p:blipFill>
          <a:blip r:embed="rId2"/>
          <a:stretch>
            <a:fillRect/>
          </a:stretch>
        </p:blipFill>
        <p:spPr>
          <a:xfrm>
            <a:off x="10384589" y="211144"/>
            <a:ext cx="1333500" cy="37147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Cat"/>
          <p:cNvSpPr/>
          <p:nvPr/>
        </p:nvSpPr>
        <p:spPr>
          <a:xfrm>
            <a:off x="341376" y="85344"/>
            <a:ext cx="8534400" cy="365760"/>
          </a:xfrm>
          <a:prstGeom prst="rect">
            <a:avLst/>
          </a:prstGeom>
          <a:noFill/>
          <a:ln/>
        </p:spPr>
        <p:txBody>
          <a:bodyPr wrap="square" rtlCol="0" anchor="ctr"/>
          <a:lstStyle/>
          <a:p>
            <a:r>
              <a:rPr lang="en-US" sz="1600" b="1" kern="0" spc="500">
                <a:solidFill>
                  <a:srgbClr val="FFFFFF"/>
                </a:solidFill>
                <a:latin typeface="Calibri"/>
              </a:rPr>
              <a:t>BENEFITS</a:t>
            </a:r>
          </a:p>
        </p:txBody>
      </p:sp>
      <p:sp>
        <p:nvSpPr>
          <p:cNvPr id="5" name="Title"/>
          <p:cNvSpPr/>
          <p:nvPr/>
        </p:nvSpPr>
        <p:spPr>
          <a:xfrm>
            <a:off x="560000" y="482501"/>
            <a:ext cx="9144000" cy="731520"/>
          </a:xfrm>
          <a:prstGeom prst="rect">
            <a:avLst/>
          </a:prstGeom>
          <a:noFill/>
          <a:ln/>
        </p:spPr>
        <p:txBody>
          <a:bodyPr wrap="square" rtlCol="0" anchor="ctr"/>
          <a:lstStyle/>
          <a:p>
            <a:r>
              <a:rPr lang="en-US" sz="3600" b="1" dirty="0">
                <a:solidFill>
                  <a:srgbClr val="1A2744"/>
                </a:solidFill>
                <a:latin typeface="Inter"/>
                <a:ea typeface="Roboto Slab" pitchFamily="34" charset="-122"/>
                <a:cs typeface="Roboto Slab" pitchFamily="34" charset="-120"/>
              </a:rPr>
              <a:t>Insurer Benefits</a:t>
            </a:r>
            <a:endParaRPr lang="en-US" sz="3600" b="1" dirty="0">
              <a:solidFill>
                <a:srgbClr val="1A2744"/>
              </a:solidFill>
              <a:latin typeface="Inter"/>
            </a:endParaRPr>
          </a:p>
        </p:txBody>
      </p:sp>
      <p:sp>
        <p:nvSpPr>
          <p:cNvPr id="10" name="C1Bg"/>
          <p:cNvSpPr/>
          <p:nvPr/>
        </p:nvSpPr>
        <p:spPr>
          <a:xfrm>
            <a:off x="426720" y="1450000"/>
            <a:ext cx="3600000" cy="2100000"/>
          </a:xfrm>
          <a:prstGeom prst="roundRect">
            <a:avLst>
              <a:gd name="adj" fmla="val 3000"/>
            </a:avLst>
          </a:prstGeom>
          <a:solidFill>
            <a:srgbClr val="F5F7FA"/>
          </a:solidFill>
          <a:ln w="12700">
            <a:noFill/>
          </a:ln>
          <a:effectLst>
            <a:outerShdw blurRad="127000" dist="38100" dir="8100000" algn="bl" rotWithShape="0">
              <a:srgbClr val="000000">
                <a:alpha val="10000"/>
              </a:srgbClr>
            </a:outerShdw>
          </a:effectLst>
        </p:spPr>
        <p:txBody>
          <a:bodyPr/>
          <a:lstStyle/>
          <a:p>
            <a:endParaRPr lang="en-US" dirty="0"/>
          </a:p>
        </p:txBody>
      </p:sp>
      <p:sp>
        <p:nvSpPr>
          <p:cNvPr id="11" name="C1Num"/>
          <p:cNvSpPr/>
          <p:nvPr/>
        </p:nvSpPr>
        <p:spPr>
          <a:xfrm>
            <a:off x="560000" y="1510000"/>
            <a:ext cx="700000" cy="450000"/>
          </a:xfrm>
          <a:prstGeom prst="rect">
            <a:avLst/>
          </a:prstGeom>
          <a:noFill/>
          <a:ln/>
        </p:spPr>
        <p:txBody>
          <a:bodyPr wrap="square" rtlCol="0" anchor="ctr"/>
          <a:lstStyle/>
          <a:p>
            <a:r>
              <a:rPr lang="en-US" sz="3200" b="1">
                <a:solidFill>
                  <a:srgbClr val="1A2744"/>
                </a:solidFill>
                <a:latin typeface="Calibri"/>
              </a:rPr>
              <a:t>01</a:t>
            </a:r>
          </a:p>
        </p:txBody>
      </p:sp>
      <p:sp>
        <p:nvSpPr>
          <p:cNvPr id="12" name="C1Div"/>
          <p:cNvSpPr/>
          <p:nvPr/>
        </p:nvSpPr>
        <p:spPr>
          <a:xfrm>
            <a:off x="560000" y="1990000"/>
            <a:ext cx="1800000" cy="0"/>
          </a:xfrm>
          <a:prstGeom prst="line">
            <a:avLst/>
          </a:prstGeom>
          <a:noFill/>
          <a:ln w="6350">
            <a:solidFill>
              <a:srgbClr val="C8964A"/>
            </a:solidFill>
            <a:prstDash val="solid"/>
          </a:ln>
        </p:spPr>
        <p:txBody>
          <a:bodyPr/>
          <a:lstStyle/>
          <a:p>
            <a:endParaRPr lang="en-US" dirty="0"/>
          </a:p>
        </p:txBody>
      </p:sp>
      <p:sp>
        <p:nvSpPr>
          <p:cNvPr id="13" name="C1Title"/>
          <p:cNvSpPr/>
          <p:nvPr/>
        </p:nvSpPr>
        <p:spPr>
          <a:xfrm>
            <a:off x="560000" y="2050000"/>
            <a:ext cx="3300000" cy="400000"/>
          </a:xfrm>
          <a:prstGeom prst="rect">
            <a:avLst/>
          </a:prstGeom>
          <a:noFill/>
          <a:ln/>
        </p:spPr>
        <p:txBody>
          <a:bodyPr wrap="square" rtlCol="0" anchor="ctr"/>
          <a:lstStyle/>
          <a:p>
            <a:r>
              <a:rPr lang="en-US" sz="1600" b="1" dirty="0">
                <a:solidFill>
                  <a:srgbClr val="C8964A"/>
                </a:solidFill>
                <a:latin typeface="Calibri"/>
              </a:rPr>
              <a:t>Sales and Marketing</a:t>
            </a:r>
          </a:p>
        </p:txBody>
      </p:sp>
      <p:sp>
        <p:nvSpPr>
          <p:cNvPr id="14" name="C1Desc"/>
          <p:cNvSpPr/>
          <p:nvPr/>
        </p:nvSpPr>
        <p:spPr>
          <a:xfrm>
            <a:off x="560000" y="2450000"/>
            <a:ext cx="3300000" cy="980000"/>
          </a:xfrm>
          <a:prstGeom prst="rect">
            <a:avLst/>
          </a:prstGeom>
          <a:noFill/>
          <a:ln/>
        </p:spPr>
        <p:txBody>
          <a:bodyPr wrap="square" rtlCol="0" anchor="t"/>
          <a:lstStyle/>
          <a:p>
            <a:r>
              <a:rPr lang="en-US" sz="1300" dirty="0">
                <a:solidFill>
                  <a:srgbClr val="1A2744"/>
                </a:solidFill>
                <a:latin typeface="Calibri"/>
              </a:rPr>
              <a:t>Integrated sales and marketing tools enable rapid customizable deployment.</a:t>
            </a:r>
          </a:p>
        </p:txBody>
      </p:sp>
      <p:sp>
        <p:nvSpPr>
          <p:cNvPr id="20" name="C2Bg"/>
          <p:cNvSpPr/>
          <p:nvPr/>
        </p:nvSpPr>
        <p:spPr>
          <a:xfrm>
            <a:off x="4196720" y="1450000"/>
            <a:ext cx="3600000" cy="2100000"/>
          </a:xfrm>
          <a:prstGeom prst="roundRect">
            <a:avLst>
              <a:gd name="adj" fmla="val 3000"/>
            </a:avLst>
          </a:prstGeom>
          <a:solidFill>
            <a:srgbClr val="F5F7FA"/>
          </a:solidFill>
          <a:ln w="12700">
            <a:noFill/>
          </a:ln>
          <a:effectLst>
            <a:outerShdw blurRad="127000" dist="38100" dir="8100000" algn="bl" rotWithShape="0">
              <a:srgbClr val="000000">
                <a:alpha val="10000"/>
              </a:srgbClr>
            </a:outerShdw>
          </a:effectLst>
        </p:spPr>
        <p:txBody>
          <a:bodyPr/>
          <a:lstStyle/>
          <a:p>
            <a:endParaRPr lang="en-US" dirty="0"/>
          </a:p>
        </p:txBody>
      </p:sp>
      <p:sp>
        <p:nvSpPr>
          <p:cNvPr id="21" name="C2Num"/>
          <p:cNvSpPr/>
          <p:nvPr/>
        </p:nvSpPr>
        <p:spPr>
          <a:xfrm>
            <a:off x="4330000" y="1510000"/>
            <a:ext cx="700000" cy="450000"/>
          </a:xfrm>
          <a:prstGeom prst="rect">
            <a:avLst/>
          </a:prstGeom>
          <a:noFill/>
          <a:ln/>
        </p:spPr>
        <p:txBody>
          <a:bodyPr wrap="square" rtlCol="0" anchor="ctr"/>
          <a:lstStyle/>
          <a:p>
            <a:r>
              <a:rPr lang="en-US" sz="3200" b="1" dirty="0">
                <a:solidFill>
                  <a:srgbClr val="1A2744"/>
                </a:solidFill>
                <a:latin typeface="Calibri"/>
              </a:rPr>
              <a:t>02</a:t>
            </a:r>
          </a:p>
        </p:txBody>
      </p:sp>
      <p:sp>
        <p:nvSpPr>
          <p:cNvPr id="22" name="C2Div"/>
          <p:cNvSpPr/>
          <p:nvPr/>
        </p:nvSpPr>
        <p:spPr>
          <a:xfrm>
            <a:off x="4330000" y="1990000"/>
            <a:ext cx="1800000" cy="0"/>
          </a:xfrm>
          <a:prstGeom prst="line">
            <a:avLst/>
          </a:prstGeom>
          <a:noFill/>
          <a:ln w="6350">
            <a:solidFill>
              <a:srgbClr val="C8964A"/>
            </a:solidFill>
            <a:prstDash val="solid"/>
          </a:ln>
        </p:spPr>
        <p:txBody>
          <a:bodyPr/>
          <a:lstStyle/>
          <a:p>
            <a:endParaRPr lang="en-US"/>
          </a:p>
        </p:txBody>
      </p:sp>
      <p:sp>
        <p:nvSpPr>
          <p:cNvPr id="23" name="C2Title"/>
          <p:cNvSpPr/>
          <p:nvPr/>
        </p:nvSpPr>
        <p:spPr>
          <a:xfrm>
            <a:off x="4330000" y="2050000"/>
            <a:ext cx="3300000" cy="400000"/>
          </a:xfrm>
          <a:prstGeom prst="rect">
            <a:avLst/>
          </a:prstGeom>
          <a:noFill/>
          <a:ln/>
        </p:spPr>
        <p:txBody>
          <a:bodyPr wrap="square" rtlCol="0" anchor="ctr"/>
          <a:lstStyle/>
          <a:p>
            <a:r>
              <a:rPr lang="en-US" sz="1600" b="1" dirty="0">
                <a:solidFill>
                  <a:srgbClr val="C8964A"/>
                </a:solidFill>
                <a:latin typeface="Calibri"/>
              </a:rPr>
              <a:t>Configurable</a:t>
            </a:r>
          </a:p>
        </p:txBody>
      </p:sp>
      <p:sp>
        <p:nvSpPr>
          <p:cNvPr id="24" name="C2Desc"/>
          <p:cNvSpPr/>
          <p:nvPr/>
        </p:nvSpPr>
        <p:spPr>
          <a:xfrm>
            <a:off x="4330000" y="2450000"/>
            <a:ext cx="3300000" cy="980000"/>
          </a:xfrm>
          <a:prstGeom prst="rect">
            <a:avLst/>
          </a:prstGeom>
          <a:noFill/>
          <a:ln/>
        </p:spPr>
        <p:txBody>
          <a:bodyPr wrap="square" rtlCol="0" anchor="t"/>
          <a:lstStyle/>
          <a:p>
            <a:r>
              <a:rPr lang="en-US" sz="1300">
                <a:solidFill>
                  <a:srgbClr val="1A2744"/>
                </a:solidFill>
                <a:latin typeface="Calibri"/>
              </a:rPr>
              <a:t>RiskDX can be rapidly configured to meet your branding and sales process.</a:t>
            </a:r>
          </a:p>
        </p:txBody>
      </p:sp>
      <p:sp>
        <p:nvSpPr>
          <p:cNvPr id="30" name="C3Bg"/>
          <p:cNvSpPr/>
          <p:nvPr/>
        </p:nvSpPr>
        <p:spPr>
          <a:xfrm>
            <a:off x="7966720" y="1450000"/>
            <a:ext cx="3600000" cy="2100000"/>
          </a:xfrm>
          <a:prstGeom prst="roundRect">
            <a:avLst>
              <a:gd name="adj" fmla="val 3000"/>
            </a:avLst>
          </a:prstGeom>
          <a:solidFill>
            <a:srgbClr val="F5F7FA"/>
          </a:solidFill>
          <a:ln w="12700">
            <a:noFill/>
          </a:ln>
          <a:effectLst>
            <a:outerShdw blurRad="127000" dist="38100" dir="8100000" algn="bl" rotWithShape="0">
              <a:srgbClr val="000000">
                <a:alpha val="10000"/>
              </a:srgbClr>
            </a:outerShdw>
          </a:effectLst>
        </p:spPr>
        <p:txBody>
          <a:bodyPr/>
          <a:lstStyle/>
          <a:p>
            <a:endParaRPr lang="en-US" dirty="0"/>
          </a:p>
        </p:txBody>
      </p:sp>
      <p:sp>
        <p:nvSpPr>
          <p:cNvPr id="31" name="C3Num"/>
          <p:cNvSpPr/>
          <p:nvPr/>
        </p:nvSpPr>
        <p:spPr>
          <a:xfrm>
            <a:off x="8100000" y="1510000"/>
            <a:ext cx="700000" cy="450000"/>
          </a:xfrm>
          <a:prstGeom prst="rect">
            <a:avLst/>
          </a:prstGeom>
          <a:noFill/>
          <a:ln/>
        </p:spPr>
        <p:txBody>
          <a:bodyPr wrap="square" rtlCol="0" anchor="ctr"/>
          <a:lstStyle/>
          <a:p>
            <a:r>
              <a:rPr lang="en-US" sz="3200" b="1" dirty="0">
                <a:solidFill>
                  <a:srgbClr val="1A2744"/>
                </a:solidFill>
                <a:latin typeface="Calibri"/>
              </a:rPr>
              <a:t>03</a:t>
            </a:r>
          </a:p>
        </p:txBody>
      </p:sp>
      <p:sp>
        <p:nvSpPr>
          <p:cNvPr id="32" name="C3Div"/>
          <p:cNvSpPr/>
          <p:nvPr/>
        </p:nvSpPr>
        <p:spPr>
          <a:xfrm>
            <a:off x="8100000" y="1990000"/>
            <a:ext cx="1800000" cy="0"/>
          </a:xfrm>
          <a:prstGeom prst="line">
            <a:avLst/>
          </a:prstGeom>
          <a:noFill/>
          <a:ln w="6350">
            <a:solidFill>
              <a:srgbClr val="C8964A"/>
            </a:solidFill>
            <a:prstDash val="solid"/>
          </a:ln>
        </p:spPr>
        <p:txBody>
          <a:bodyPr/>
          <a:lstStyle/>
          <a:p>
            <a:endParaRPr lang="en-US"/>
          </a:p>
        </p:txBody>
      </p:sp>
      <p:sp>
        <p:nvSpPr>
          <p:cNvPr id="33" name="C3Title"/>
          <p:cNvSpPr/>
          <p:nvPr/>
        </p:nvSpPr>
        <p:spPr>
          <a:xfrm>
            <a:off x="8100000" y="2050000"/>
            <a:ext cx="3300000" cy="400000"/>
          </a:xfrm>
          <a:prstGeom prst="rect">
            <a:avLst/>
          </a:prstGeom>
          <a:noFill/>
          <a:ln/>
        </p:spPr>
        <p:txBody>
          <a:bodyPr wrap="square" rtlCol="0" anchor="ctr"/>
          <a:lstStyle/>
          <a:p>
            <a:r>
              <a:rPr lang="en-US" sz="1600" b="1" dirty="0">
                <a:solidFill>
                  <a:srgbClr val="C8964A"/>
                </a:solidFill>
                <a:latin typeface="Calibri"/>
              </a:rPr>
              <a:t>Compliance</a:t>
            </a:r>
          </a:p>
        </p:txBody>
      </p:sp>
      <p:sp>
        <p:nvSpPr>
          <p:cNvPr id="34" name="C3Desc"/>
          <p:cNvSpPr/>
          <p:nvPr/>
        </p:nvSpPr>
        <p:spPr>
          <a:xfrm>
            <a:off x="8100000" y="2450000"/>
            <a:ext cx="3300000" cy="980000"/>
          </a:xfrm>
          <a:prstGeom prst="rect">
            <a:avLst/>
          </a:prstGeom>
          <a:noFill/>
          <a:ln/>
        </p:spPr>
        <p:txBody>
          <a:bodyPr wrap="square" rtlCol="0" anchor="t"/>
          <a:lstStyle/>
          <a:p>
            <a:r>
              <a:rPr lang="en-US" sz="1300">
                <a:solidFill>
                  <a:srgbClr val="1A2744"/>
                </a:solidFill>
                <a:latin typeface="Calibri"/>
              </a:rPr>
              <a:t>Embedded rules ensure all sales meet compliance standards.</a:t>
            </a:r>
          </a:p>
        </p:txBody>
      </p:sp>
      <p:sp>
        <p:nvSpPr>
          <p:cNvPr id="40" name="C4Bg"/>
          <p:cNvSpPr/>
          <p:nvPr/>
        </p:nvSpPr>
        <p:spPr>
          <a:xfrm>
            <a:off x="2411000" y="3720000"/>
            <a:ext cx="3600000" cy="2100000"/>
          </a:xfrm>
          <a:prstGeom prst="roundRect">
            <a:avLst>
              <a:gd name="adj" fmla="val 3000"/>
            </a:avLst>
          </a:prstGeom>
          <a:solidFill>
            <a:srgbClr val="F5F7FA"/>
          </a:solidFill>
          <a:ln w="12700">
            <a:noFill/>
          </a:ln>
          <a:effectLst>
            <a:outerShdw blurRad="127000" dist="38100" dir="8100000" algn="bl" rotWithShape="0">
              <a:srgbClr val="000000">
                <a:alpha val="10000"/>
              </a:srgbClr>
            </a:outerShdw>
          </a:effectLst>
        </p:spPr>
        <p:txBody>
          <a:bodyPr/>
          <a:lstStyle/>
          <a:p>
            <a:endParaRPr lang="en-US" dirty="0"/>
          </a:p>
        </p:txBody>
      </p:sp>
      <p:sp>
        <p:nvSpPr>
          <p:cNvPr id="41" name="C4Num"/>
          <p:cNvSpPr/>
          <p:nvPr/>
        </p:nvSpPr>
        <p:spPr>
          <a:xfrm>
            <a:off x="2544280" y="3780000"/>
            <a:ext cx="700000" cy="450000"/>
          </a:xfrm>
          <a:prstGeom prst="rect">
            <a:avLst/>
          </a:prstGeom>
          <a:noFill/>
          <a:ln/>
        </p:spPr>
        <p:txBody>
          <a:bodyPr wrap="square" rtlCol="0" anchor="ctr"/>
          <a:lstStyle/>
          <a:p>
            <a:r>
              <a:rPr lang="en-US" sz="3200" b="1">
                <a:solidFill>
                  <a:srgbClr val="1A2744"/>
                </a:solidFill>
                <a:latin typeface="Calibri"/>
              </a:rPr>
              <a:t>04</a:t>
            </a:r>
          </a:p>
        </p:txBody>
      </p:sp>
      <p:sp>
        <p:nvSpPr>
          <p:cNvPr id="42" name="C4Div"/>
          <p:cNvSpPr/>
          <p:nvPr/>
        </p:nvSpPr>
        <p:spPr>
          <a:xfrm>
            <a:off x="2544280" y="4260000"/>
            <a:ext cx="1800000" cy="0"/>
          </a:xfrm>
          <a:prstGeom prst="line">
            <a:avLst/>
          </a:prstGeom>
          <a:noFill/>
          <a:ln w="6350">
            <a:solidFill>
              <a:srgbClr val="C8964A"/>
            </a:solidFill>
            <a:prstDash val="solid"/>
          </a:ln>
        </p:spPr>
        <p:txBody>
          <a:bodyPr/>
          <a:lstStyle/>
          <a:p>
            <a:endParaRPr lang="en-US" dirty="0"/>
          </a:p>
        </p:txBody>
      </p:sp>
      <p:sp>
        <p:nvSpPr>
          <p:cNvPr id="43" name="C4Title"/>
          <p:cNvSpPr/>
          <p:nvPr/>
        </p:nvSpPr>
        <p:spPr>
          <a:xfrm>
            <a:off x="2544280" y="4320000"/>
            <a:ext cx="3300000" cy="400000"/>
          </a:xfrm>
          <a:prstGeom prst="rect">
            <a:avLst/>
          </a:prstGeom>
          <a:noFill/>
          <a:ln/>
        </p:spPr>
        <p:txBody>
          <a:bodyPr wrap="square" rtlCol="0" anchor="ctr"/>
          <a:lstStyle/>
          <a:p>
            <a:r>
              <a:rPr lang="en-US" sz="1400" b="1" dirty="0">
                <a:solidFill>
                  <a:srgbClr val="C8964A"/>
                </a:solidFill>
                <a:latin typeface="Calibri"/>
              </a:rPr>
              <a:t>Improved Underwriting Outcomes</a:t>
            </a:r>
          </a:p>
        </p:txBody>
      </p:sp>
      <p:sp>
        <p:nvSpPr>
          <p:cNvPr id="44" name="C4Desc"/>
          <p:cNvSpPr/>
          <p:nvPr/>
        </p:nvSpPr>
        <p:spPr>
          <a:xfrm>
            <a:off x="2544280" y="4720000"/>
            <a:ext cx="3300000" cy="980000"/>
          </a:xfrm>
          <a:prstGeom prst="rect">
            <a:avLst/>
          </a:prstGeom>
          <a:noFill/>
          <a:ln/>
        </p:spPr>
        <p:txBody>
          <a:bodyPr wrap="square" rtlCol="0" anchor="t"/>
          <a:lstStyle/>
          <a:p>
            <a:r>
              <a:rPr lang="en-US" sz="1200" dirty="0">
                <a:solidFill>
                  <a:srgbClr val="1A2744"/>
                </a:solidFill>
                <a:latin typeface="Calibri"/>
              </a:rPr>
              <a:t>Our automated underwriting process improves the accuracy and consistency of underwriting decisions. Changes can be implemented rapidly and analytics support continuous improvement.</a:t>
            </a:r>
          </a:p>
        </p:txBody>
      </p:sp>
      <p:sp>
        <p:nvSpPr>
          <p:cNvPr id="50" name="C5Bg"/>
          <p:cNvSpPr/>
          <p:nvPr/>
        </p:nvSpPr>
        <p:spPr>
          <a:xfrm>
            <a:off x="6181000" y="3720000"/>
            <a:ext cx="3600000" cy="2100000"/>
          </a:xfrm>
          <a:prstGeom prst="roundRect">
            <a:avLst>
              <a:gd name="adj" fmla="val 3000"/>
            </a:avLst>
          </a:prstGeom>
          <a:solidFill>
            <a:srgbClr val="F5F7FA"/>
          </a:solidFill>
          <a:ln w="12700">
            <a:noFill/>
          </a:ln>
          <a:effectLst>
            <a:outerShdw blurRad="127000" dist="38100" dir="8100000" algn="bl" rotWithShape="0">
              <a:srgbClr val="000000">
                <a:alpha val="10000"/>
              </a:srgbClr>
            </a:outerShdw>
          </a:effectLst>
        </p:spPr>
        <p:txBody>
          <a:bodyPr/>
          <a:lstStyle/>
          <a:p>
            <a:endParaRPr lang="en-US"/>
          </a:p>
        </p:txBody>
      </p:sp>
      <p:sp>
        <p:nvSpPr>
          <p:cNvPr id="51" name="C5Num"/>
          <p:cNvSpPr/>
          <p:nvPr/>
        </p:nvSpPr>
        <p:spPr>
          <a:xfrm>
            <a:off x="6314280" y="3780000"/>
            <a:ext cx="700000" cy="450000"/>
          </a:xfrm>
          <a:prstGeom prst="rect">
            <a:avLst/>
          </a:prstGeom>
          <a:noFill/>
          <a:ln/>
        </p:spPr>
        <p:txBody>
          <a:bodyPr wrap="square" rtlCol="0" anchor="ctr"/>
          <a:lstStyle/>
          <a:p>
            <a:r>
              <a:rPr lang="en-US" sz="3200" b="1">
                <a:solidFill>
                  <a:srgbClr val="1A2744"/>
                </a:solidFill>
                <a:latin typeface="Calibri"/>
              </a:rPr>
              <a:t>05</a:t>
            </a:r>
          </a:p>
        </p:txBody>
      </p:sp>
      <p:sp>
        <p:nvSpPr>
          <p:cNvPr id="52" name="C5Div"/>
          <p:cNvSpPr/>
          <p:nvPr/>
        </p:nvSpPr>
        <p:spPr>
          <a:xfrm>
            <a:off x="6314280" y="4260000"/>
            <a:ext cx="1800000" cy="0"/>
          </a:xfrm>
          <a:prstGeom prst="line">
            <a:avLst/>
          </a:prstGeom>
          <a:noFill/>
          <a:ln w="6350">
            <a:solidFill>
              <a:srgbClr val="C8964A"/>
            </a:solidFill>
            <a:prstDash val="solid"/>
          </a:ln>
        </p:spPr>
        <p:txBody>
          <a:bodyPr/>
          <a:lstStyle/>
          <a:p>
            <a:endParaRPr lang="en-US"/>
          </a:p>
        </p:txBody>
      </p:sp>
      <p:sp>
        <p:nvSpPr>
          <p:cNvPr id="53" name="C5Title"/>
          <p:cNvSpPr/>
          <p:nvPr/>
        </p:nvSpPr>
        <p:spPr>
          <a:xfrm>
            <a:off x="6314280" y="4320000"/>
            <a:ext cx="3300000" cy="400000"/>
          </a:xfrm>
          <a:prstGeom prst="rect">
            <a:avLst/>
          </a:prstGeom>
          <a:noFill/>
          <a:ln/>
        </p:spPr>
        <p:txBody>
          <a:bodyPr wrap="square" rtlCol="0" anchor="ctr"/>
          <a:lstStyle/>
          <a:p>
            <a:r>
              <a:rPr lang="en-US" sz="1600" b="1" dirty="0">
                <a:solidFill>
                  <a:srgbClr val="C8964A"/>
                </a:solidFill>
                <a:latin typeface="Calibri"/>
              </a:rPr>
              <a:t>Analytics</a:t>
            </a:r>
          </a:p>
        </p:txBody>
      </p:sp>
      <p:sp>
        <p:nvSpPr>
          <p:cNvPr id="54" name="C5Desc"/>
          <p:cNvSpPr/>
          <p:nvPr/>
        </p:nvSpPr>
        <p:spPr>
          <a:xfrm>
            <a:off x="6314280" y="4720000"/>
            <a:ext cx="3300000" cy="980000"/>
          </a:xfrm>
          <a:prstGeom prst="rect">
            <a:avLst/>
          </a:prstGeom>
          <a:noFill/>
          <a:ln/>
        </p:spPr>
        <p:txBody>
          <a:bodyPr wrap="square" rtlCol="0" anchor="t"/>
          <a:lstStyle/>
          <a:p>
            <a:r>
              <a:rPr lang="en-US" sz="1200">
                <a:solidFill>
                  <a:srgbClr val="1A2744"/>
                </a:solidFill>
                <a:latin typeface="Calibri"/>
              </a:rPr>
              <a:t>By digitizing the underwriting process, insurers gather detailed and accurate data that can be used to gain business insight and improve decision making.</a:t>
            </a:r>
          </a:p>
        </p:txBody>
      </p:sp>
      <p:sp>
        <p:nvSpPr>
          <p:cNvPr id="61" name="FooterText"/>
          <p:cNvSpPr/>
          <p:nvPr/>
        </p:nvSpPr>
        <p:spPr>
          <a:xfrm>
            <a:off x="365760" y="6534912"/>
            <a:ext cx="11460480" cy="304800"/>
          </a:xfrm>
          <a:prstGeom prst="rect">
            <a:avLst/>
          </a:prstGeom>
          <a:noFill/>
          <a:ln/>
        </p:spPr>
        <p:txBody>
          <a:bodyPr wrap="square" rtlCol="0" anchor="ctr"/>
          <a:lstStyle/>
          <a:p>
            <a:pPr algn="ctr"/>
            <a:r>
              <a:rPr lang="en-US" sz="1200" dirty="0">
                <a:solidFill>
                  <a:srgbClr val="FFFFFF"/>
                </a:solidFill>
                <a:latin typeface="Calibri" pitchFamily="34" charset="0"/>
              </a:rPr>
              <a:t>amoreinsurace.info  |  Powered by </a:t>
            </a:r>
            <a:r>
              <a:rPr lang="en-US" sz="1200" dirty="0" err="1">
                <a:solidFill>
                  <a:srgbClr val="FFFFFF"/>
                </a:solidFill>
                <a:latin typeface="Calibri" pitchFamily="34" charset="0"/>
              </a:rPr>
              <a:t>RiskDx</a:t>
            </a:r>
            <a:endParaRPr lang="en-US" sz="1200" dirty="0">
              <a:solidFill>
                <a:srgbClr val="FFFFFF"/>
              </a:solidFill>
              <a:latin typeface="Calibri" pitchFamily="34" charset="0"/>
            </a:endParaRPr>
          </a:p>
        </p:txBody>
      </p:sp>
      <p:pic>
        <p:nvPicPr>
          <p:cNvPr id="70" name="Logo"/>
          <p:cNvPicPr>
            <a:picLocks noChangeAspect="1"/>
          </p:cNvPicPr>
          <p:nvPr/>
        </p:nvPicPr>
        <p:blipFill>
          <a:blip r:embed="rId2"/>
          <a:stretch>
            <a:fillRect/>
          </a:stretch>
        </p:blipFill>
        <p:spPr>
          <a:xfrm>
            <a:off x="10372558" y="247238"/>
            <a:ext cx="1333500" cy="371475"/>
          </a:xfrm>
          <a:prstGeom prst="rect">
            <a:avLst/>
          </a:prstGeom>
        </p:spPr>
      </p:pic>
    </p:spTree>
  </p:cSld>
  <p:clrMapOvr>
    <a:masterClrMapping/>
  </p:clrMapOvr>
</p:sld>
</file>

<file path=ppt/theme/theme1.xml><?xml version="1.0" encoding="utf-8"?>
<a:theme xmlns:a="http://schemas.openxmlformats.org/drawingml/2006/main" name="B&amp;D-Powerpoint Template_16x9">
  <a:themeElements>
    <a:clrScheme name="Custom 1">
      <a:dk1>
        <a:srgbClr val="000000"/>
      </a:dk1>
      <a:lt1>
        <a:srgbClr val="FFFFFF"/>
      </a:lt1>
      <a:dk2>
        <a:srgbClr val="BC99C3"/>
      </a:dk2>
      <a:lt2>
        <a:srgbClr val="F16A38"/>
      </a:lt2>
      <a:accent1>
        <a:srgbClr val="F26B39"/>
      </a:accent1>
      <a:accent2>
        <a:srgbClr val="BC9AC3"/>
      </a:accent2>
      <a:accent3>
        <a:srgbClr val="232323"/>
      </a:accent3>
      <a:accent4>
        <a:srgbClr val="424242"/>
      </a:accent4>
      <a:accent5>
        <a:srgbClr val="A8AAA9"/>
      </a:accent5>
      <a:accent6>
        <a:srgbClr val="FBA14B"/>
      </a:accent6>
      <a:hlink>
        <a:srgbClr val="C9ACD1"/>
      </a:hlink>
      <a:folHlink>
        <a:srgbClr val="BA99C4"/>
      </a:folHlink>
    </a:clrScheme>
    <a:fontScheme name="Montserrat_OpenSans">
      <a:majorFont>
        <a:latin typeface="Montserrat-Bold"/>
        <a:ea typeface=""/>
        <a:cs typeface=""/>
      </a:majorFont>
      <a:minorFont>
        <a:latin typeface="Open Sans"/>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2  -  Compatibility Mode" id="{7580A682-9A16-6547-954F-C7E6358A8288}" vid="{CAC24BC6-E3A7-E546-9955-43CC2A5ABBD9}"/>
    </a:ext>
  </a:extLst>
</a:theme>
</file>

<file path=ppt/theme/theme2.xml><?xml version="1.0" encoding="utf-8"?>
<a:theme xmlns:a="http://schemas.openxmlformats.org/drawingml/2006/main" name="B&amp;D-Powerpoint Template_16x9 [1777451709892]">
  <a:themeElements>
    <a:clrScheme name="Custom 1">
      <a:dk1>
        <a:srgbClr val="000000"/>
      </a:dk1>
      <a:lt1>
        <a:srgbClr val="FFFFFF"/>
      </a:lt1>
      <a:dk2>
        <a:srgbClr val="BC99C3"/>
      </a:dk2>
      <a:lt2>
        <a:srgbClr val="F16A38"/>
      </a:lt2>
      <a:accent1>
        <a:srgbClr val="F26B39"/>
      </a:accent1>
      <a:accent2>
        <a:srgbClr val="BC9AC3"/>
      </a:accent2>
      <a:accent3>
        <a:srgbClr val="232323"/>
      </a:accent3>
      <a:accent4>
        <a:srgbClr val="424242"/>
      </a:accent4>
      <a:accent5>
        <a:srgbClr val="A8AAA9"/>
      </a:accent5>
      <a:accent6>
        <a:srgbClr val="FBA14B"/>
      </a:accent6>
      <a:hlink>
        <a:srgbClr val="C9ACD1"/>
      </a:hlink>
      <a:folHlink>
        <a:srgbClr val="BA99C4"/>
      </a:folHlink>
    </a:clrScheme>
    <a:fontScheme name="Montserrat_OpenSans">
      <a:majorFont>
        <a:latin typeface="Calibri"/>
        <a:ea typeface=""/>
        <a:cs typeface=""/>
      </a:majorFont>
      <a:minorFont>
        <a:latin typeface="Calibri"/>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2  -  Compatibility Mode" id="{7580A682-9A16-6547-954F-C7E6358A8288}" vid="{CAC24BC6-E3A7-E546-9955-43CC2A5ABBD9}"/>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97EC539-7E97-40FC-BF3F-B314721E595D}">
  <we:reference id="f5f369e5-aa35-49d7-ad7b-638152ddb008" version="1.0.0.1" store="EXCatalog" storeType="EXCatalog"/>
  <we:alternateReferences>
    <we:reference id="WA200010001" version="1.0.0.1" store="en-US" storeType="OMEX"/>
  </we:alternateReferences>
  <we:properties>
    <we:property name="claude.fileId" value="&quot;33c1fd96-7abb-4f10-bd3b-f78c88eb918b&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B72A4C5AB7D124F92DDA690C6821C98" ma:contentTypeVersion="13" ma:contentTypeDescription="Create a new document." ma:contentTypeScope="" ma:versionID="5986b318aac63f1cc4219ec9b562ad8c">
  <xsd:schema xmlns:xsd="http://www.w3.org/2001/XMLSchema" xmlns:xs="http://www.w3.org/2001/XMLSchema" xmlns:p="http://schemas.microsoft.com/office/2006/metadata/properties" xmlns:ns2="a0381e08-ab9e-430e-b1db-2fc4d6110948" xmlns:ns3="5b58b616-4c5b-4f8c-a9be-8f092d154b83" targetNamespace="http://schemas.microsoft.com/office/2006/metadata/properties" ma:root="true" ma:fieldsID="6273df08c8ffaf196624761657f1cafa" ns2:_="" ns3:_="">
    <xsd:import namespace="a0381e08-ab9e-430e-b1db-2fc4d6110948"/>
    <xsd:import namespace="5b58b616-4c5b-4f8c-a9be-8f092d154b83"/>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0381e08-ab9e-430e-b1db-2fc4d611094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5b58b616-4c5b-4f8c-a9be-8f092d154b83"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76C01DA-4A49-4955-85ED-26B953045472}">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12306178-C82C-4350-B4A2-B50417DD3E3F}">
  <ds:schemaRefs>
    <ds:schemaRef ds:uri="http://schemas.microsoft.com/sharepoint/v3/contenttype/forms"/>
  </ds:schemaRefs>
</ds:datastoreItem>
</file>

<file path=customXml/itemProps3.xml><?xml version="1.0" encoding="utf-8"?>
<ds:datastoreItem xmlns:ds="http://schemas.openxmlformats.org/officeDocument/2006/customXml" ds:itemID="{7B28BD33-566B-42D3-A223-63604BD8911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0381e08-ab9e-430e-b1db-2fc4d6110948"/>
    <ds:schemaRef ds:uri="5b58b616-4c5b-4f8c-a9be-8f092d154b8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B&amp;D-Powerpoint Template_16x9</Template>
  <TotalTime>24551</TotalTime>
  <Words>941</Words>
  <Application>Microsoft Office PowerPoint</Application>
  <PresentationFormat>Widescreen</PresentationFormat>
  <Paragraphs>152</Paragraphs>
  <Slides>9</Slides>
  <Notes>5</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9</vt:i4>
      </vt:variant>
    </vt:vector>
  </HeadingPairs>
  <TitlesOfParts>
    <vt:vector size="18" baseType="lpstr">
      <vt:lpstr>Arial</vt:lpstr>
      <vt:lpstr>Calibri</vt:lpstr>
      <vt:lpstr>Circular Std Book</vt:lpstr>
      <vt:lpstr>DM Sans Medium</vt:lpstr>
      <vt:lpstr>GT Walsheim Pro</vt:lpstr>
      <vt:lpstr>GT Walsheim Pro Light</vt:lpstr>
      <vt:lpstr>Inter</vt:lpstr>
      <vt:lpstr>B&amp;D-Powerpoint Template_16x9</vt:lpstr>
      <vt:lpstr>B&amp;D-Powerpoint Template_16x9 [1777451709892]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Kevin Pledge</dc:creator>
  <cp:keywords/>
  <dc:description/>
  <cp:lastModifiedBy>Sandeep M.V.N</cp:lastModifiedBy>
  <cp:revision>97</cp:revision>
  <cp:lastPrinted>2025-11-10T19:49:48Z</cp:lastPrinted>
  <dcterms:created xsi:type="dcterms:W3CDTF">2025-09-09T01:23:39Z</dcterms:created>
  <dcterms:modified xsi:type="dcterms:W3CDTF">2026-04-29T11:42:58Z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0x0101000B72A4C5AB7D124F92DDA690C6821C98</vt:lpwstr>
  </property>
</Properties>
</file>